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charts/chart1.xml" ContentType="application/vnd.openxmlformats-officedocument.drawingml.chart+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notesMasterIdLst>
    <p:notesMasterId r:id="rId3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d24f9765-0c6a-c3df-2b4c-356c09d54e7d}">
          <p14:sldIdLst>
            <p14:sldId id="256"/>
            <p14:sldId id="257"/>
            <p14:sldId id="258"/>
          </p14:sldIdLst>
        </p14:section>
        <p14:section name="Content" id="{ba5b79eb-3908-9208-8463-0554099f1881}">
          <p14:sldIdLst>
            <p14:sldId id="259"/>
            <p14:sldId id="260"/>
            <p14:sldId id="261"/>
            <p14:sldId id="262"/>
            <p14:sldId id="263"/>
            <p14:sldId id="264"/>
            <p14:sldId id="265"/>
            <p14:sldId id="266"/>
            <p14:sldId id="267"/>
            <p14:sldId id="268"/>
          </p14:sldIdLst>
        </p14:section>
        <p14:section name="Pictures" id="{94b0a347-e531-4351-fcd2-fb7471c88368}">
          <p14:sldIdLst>
            <p14:sldId id="269"/>
            <p14:sldId id="270"/>
            <p14:sldId id="271"/>
            <p14:sldId id="272"/>
            <p14:sldId id="273"/>
          </p14:sldIdLst>
        </p14:section>
        <p14:section name="Data" id="{7779c8d8-b3cf-f910-98bb-4a905f9bc0d1}">
          <p14:sldIdLst>
            <p14:sldId id="274"/>
            <p14:sldId id="275"/>
            <p14:sldId id="276"/>
            <p14:sldId id="277"/>
            <p14:sldId id="278"/>
            <p14:sldId id="279"/>
            <p14:sldId id="280"/>
            <p14:sldId id="281"/>
            <p14:sldId id="282"/>
          </p14:sldIdLst>
        </p14:section>
        <p14:section name="Moments" id="{56a2d2bd-28d7-9f9e-34ea-006e963f0ee7}">
          <p14:sldIdLst>
            <p14:sldId id="283"/>
            <p14:sldId id="284"/>
            <p14:sldId id="285"/>
            <p14:sldId id="286"/>
            <p14:sldId id="287"/>
          </p14:sldIdLst>
        </p14:section>
        <p14:section name="Closing" id="{d1222af5-4cf1-63c6-5963-1fe768c561ca}">
          <p14:sldIdLst>
            <p14:sldId id="28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[This year]</c:v>
                </c:pt>
              </c:strCache>
            </c:strRef>
          </c:tx>
          <c:spPr>
            <a:solidFill>
              <a:srgbClr val="ED6A20"/>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Sheet1!$A$2:$A$5</c:f>
              <c:multiLvlStrCache>
                <c:ptCount val="4"/>
                <c:lvl>
                  <c:pt idx="0">
                    <c:v>[Q1]</c:v>
                  </c:pt>
                  <c:pt idx="1">
                    <c:v>[Q2]</c:v>
                  </c:pt>
                  <c:pt idx="2">
                    <c:v>[Q3]</c:v>
                  </c:pt>
                  <c:pt idx="3">
                    <c:v>[Q4]</c:v>
                  </c:pt>
                </c:lvl>
              </c:multiLvlStrCache>
            </c:multiLvlStrRef>
          </c:cat>
          <c:val>
            <c:numRef>
              <c:f>Sheet1!$B$2:$B$5</c:f>
              <c:numCache>
                <c:formatCode>General</c:formatCode>
                <c:ptCount val="4"/>
                <c:pt idx="0">
                  <c:v>3</c:v>
                </c:pt>
                <c:pt idx="1">
                  <c:v>4</c:v>
                </c:pt>
                <c:pt idx="2">
                  <c:v>4.5</c:v>
                </c:pt>
                <c:pt idx="3">
                  <c:v>6</c:v>
                </c:pt>
              </c:numCache>
            </c:numRef>
          </c:val>
        </c:ser>
        <c:ser>
          <c:idx val="1"/>
          <c:order val="1"/>
          <c:tx>
            <c:strRef>
              <c:f>Sheet1!$C$1</c:f>
              <c:strCache>
                <c:ptCount val="1"/>
                <c:pt idx="0">
                  <c:v>[Last year]</c:v>
                </c:pt>
              </c:strCache>
            </c:strRef>
          </c:tx>
          <c:spPr>
            <a:solidFill>
              <a:srgbClr val="333334"/>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Sheet1!$A$2:$A$5</c:f>
              <c:multiLvlStrCache>
                <c:ptCount val="4"/>
                <c:lvl>
                  <c:pt idx="0">
                    <c:v>[Q1]</c:v>
                  </c:pt>
                  <c:pt idx="1">
                    <c:v>[Q2]</c:v>
                  </c:pt>
                  <c:pt idx="2">
                    <c:v>[Q3]</c:v>
                  </c:pt>
                  <c:pt idx="3">
                    <c:v>[Q4]</c:v>
                  </c:pt>
                </c:lvl>
              </c:multiLvlStrCache>
            </c:multiLvlStrRef>
          </c:cat>
          <c:val>
            <c:numRef>
              <c:f>Sheet1!$C$2:$C$5</c:f>
              <c:numCache>
                <c:formatCode>General</c:formatCode>
                <c:ptCount val="4"/>
                <c:pt idx="0">
                  <c:v>2.5</c:v>
                </c:pt>
                <c:pt idx="1">
                  <c:v>3</c:v>
                </c:pt>
                <c:pt idx="2">
                  <c:v>3.5</c:v>
                </c:pt>
                <c:pt idx="3">
                  <c:v>4</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5E5B56"/>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DCD5C6"/>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200" b="0" i="0" u="none" strike="noStrike">
                <a:solidFill>
                  <a:srgbClr val="5E5B56"/>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400">
              <a:solidFill>
                <a:srgbClr val="5E5B56"/>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Slabs Title. Titre du talk en 54 pt, une ou deux lignes. Orateur, événement et date sur la ligne du dessous, uniquement sur cette diapositive.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Slabs Title Picture. La même ouverture, avec une photo de la bibliothèque Images libres sur la moitié droite. Clic sur l'espace réservé pour choisir une autre photo : PowerPoint la recadre.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Slabs Agenda. Une partie par ligne, numérotée en Plex Mono. Cinq parties au plus.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Slabs Section. Le numéro de partie en Space Grotesk Light, le titre en Bold. La dalle est le seul élément de couleur.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Slabs Content. Trois à cinq points au plus, 28 pt minimum. Ce qui ne tient pas va dans les notes.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Slabs Two Columns. Deux colonnes de même poids, 24 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Slabs Comparison. Deux options côte à côte, chacune sous son étiquette. La couleur ne dit pas laquelle est la bonne : le texte le dit.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Slabs Picture Right. Le texte à gauche, la photo à droite dans les marges.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Slabs Picture Left. La même disposition, photo à gauche.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Slabs Picture Half. La photo occupe toute la moitié droite, jusqu'aux bords.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Slabs Code. IBM Plex Mono 24 pt minimum, 12 lignes au plus. Commentaires en Schiste. Pour signaler une ligne, un petit pavé orange en fin de ligne, jamais de texte orange.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Slabs Title Only : le titre et le pied de page, le reste se compose librement. Cartes en Calcaire clair avec un filet Plâtre.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Slabs Blank. Seulement le monogramme et le numéro : pour un schéma, une capture ou une composition libre.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Slabs Section Picture. Une partie qui s'ouvre sur une photo.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Slabs Picture Full. Une photo seule, bord à bord, sans texte. Une respiration entre deux parties.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Slabs Two Pictures.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Slabs Three Pictures. Le génie civil comme rappel discret de la sécurité, jamais comme un chantier.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Slabs Four Pictures.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Slabs Section Dark. Une partie sur fond sombre, pour un moment fort ou une salle sombre.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Slabs Key Figures. Trois chiffres au plus, en Anthracite : jamais de chiffre orange. Le libellé dit ce que le chiffre compte.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Slabs Key Figure Picture. Un chiffre, son libellé et une photo.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Slabs Key Figure Dark. Un seul chiffre, en moment fort.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Slabs Chart. Graphique natif : l'orange pour la série dont parle le graphique, puis Anthracite, Acier, Patine, Schiste (couleurs du thème). Les valeurs de l'exemple sont fictives.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Slabs Table. En-tête en Plex Mono capitales sur un filet Anthracite, filets Plâtre entre les lignes, valeurs à droite.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Slabs Process 3. 3 étapes, numérotées en Plex Mono, un titre court et une phrase par étape.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Slabs Process 4. 4 étapes, numérotées en Plex Mono, un titre court et une phrase par étape.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Slabs Process 5. 5 étapes, numérotées en Plex Mono, un titre court et une phrase par étape.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Slabs Quote. Une citation réelle, avec son auteur. Pas de guillemets décoratifs, pas d'italique.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Slabs Statement Dark. Une phrase, rien d'autre. Quelques diapositives par talk au plus.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Slabs Content Dark. La disposition Contenu sur fond sombre, pour une salle sombre ou une captation : seules les couleurs changent.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Slabs Two Columns Dark.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Slabs Title Only Dark. Le titre et le pied de page, sur fond sombre.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Slabs Closing Dark. Lien vers les diapositives et site. Laisser cette diapositive affichée pendant les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image" Target="../media/image-1008-1.png"/><Relationship Id="rId2"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image" Target="../media/image-1009-1.png"/><Relationship Id="rId2"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image" Target="../media/image-1010-1.png"/><Relationship Id="rId2"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image" Target="../media/image-1011-1.png"/><Relationship Id="rId2"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image" Target="../media/image-1012-1.png"/><Relationship Id="rId2"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image" Target="../media/image-1013-1.png"/><Relationship Id="rId2"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image" Target="../media/image-1014-1.png"/><Relationship Id="rId2"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image" Target="../media/image-1015-1.png"/><Relationship Id="rId2"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image" Target="../media/image-1016-1.png"/><Relationship Id="rId2"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image" Target="../media/image-1018-1.png"/><Relationship Id="rId2"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image" Target="../media/image-1019-1.png"/><Relationship Id="rId2"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image" Target="../media/image-1020-1.png"/><Relationship Id="rId2"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image" Target="../media/image-1021-1.png"/><Relationship Id="rId2"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image" Target="../media/image-1022-1.png"/><Relationship Id="rId2"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image" Target="../media/image-1023-1.png"/><Relationship Id="rId2"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image" Target="../media/image-1024-1.png"/><Relationship Id="rId2"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image" Target="../media/image-1025-1.png"/><Relationship Id="rId2"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image" Target="../media/image-1026-1.png"/><Relationship Id="rId2"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image" Target="../media/image-1027-1.png"/><Relationship Id="rId2"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image" Target="../media/image-1028-1.png"/><Relationship Id="rId2"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image" Target="../media/image-1029-1.png"/><Relationship Id="rId2"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image" Target="../media/image-1030-1.png"/><Relationship Id="rId2"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image" Target="../media/image-1031-1.png"/><Relationship Id="rId2"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image" Target="../media/image-1032-1.png"/><Relationship Id="rId2"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image" Target="../media/image-1033-1.png"/><Relationship Id="rId2"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image" Target="../media/image-1034-1.png"/><Relationship Id="rId2" Type="http://schemas.openxmlformats.org/officeDocument/2006/relationships/slideMaster" Target="../slideMasters/slideMaster1.xml"/></Relationships>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abs Title">
    <p:bg>
      <p:bgPr>
        <a:solidFill>
          <a:srgbClr val="F5F1E8"/>
        </a:solidFill>
      </p:bgPr>
    </p:bg>
    <p:spTree>
      <p:nvGrpSpPr>
        <p:cNvPr id="1" name=""/>
        <p:cNvGrpSpPr/>
        <p:nvPr/>
      </p:nvGrpSpPr>
      <p:grpSpPr>
        <a:xfrm>
          <a:off x="0" y="0"/>
          <a:ext cx="0" cy="0"/>
          <a:chOff x="0" y="0"/>
          <a:chExt cx="0" cy="0"/>
        </a:xfrm>
      </p:grpSpPr>
      <p:pic>
        <p:nvPicPr>
          <p:cNvPr id="2" name="Slabs logo" descr="Slabs">    </p:cNvPr>
          <p:cNvPicPr>
            <a:picLocks noChangeAspect="1"/>
          </p:cNvPicPr>
          <p:nvPr/>
        </p:nvPicPr>
        <p:blipFill>
          <a:blip r:embed="rId1"/>
          <a:stretch>
            <a:fillRect/>
          </a:stretch>
        </p:blipFill>
        <p:spPr>
          <a:xfrm>
            <a:off x="685800" y="548640"/>
            <a:ext cx="1463040" cy="655190"/>
          </a:xfrm>
          <a:prstGeom prst="rect">
            <a:avLst/>
          </a:prstGeom>
        </p:spPr>
      </p:pic>
      <p:sp>
        <p:nvSpPr>
          <p:cNvPr id="3" name="Slab"/>
          <p:cNvSpPr/>
          <p:nvPr/>
        </p:nvSpPr>
        <p:spPr>
          <a:xfrm>
            <a:off x="685800" y="3657600"/>
            <a:ext cx="502920" cy="128016"/>
          </a:xfrm>
          <a:prstGeom prst="rect">
            <a:avLst/>
          </a:prstGeom>
          <a:solidFill>
            <a:srgbClr val="ED6A20"/>
          </a:solidFill>
          <a:ln w="12700">
            <a:solidFill>
              <a:srgbClr val="ED6A20"/>
            </a:solidFill>
            <a:prstDash val="solid"/>
          </a:ln>
        </p:spPr>
      </p:sp>
      <p:sp>
        <p:nvSpPr>
          <p:cNvPr id="4" name="Title"/>
          <p:cNvSpPr/>
          <p:nvPr>
            <p:ph idx="102" type="title" hasCustomPrompt="1"/>
          </p:nvPr>
        </p:nvSpPr>
        <p:spPr>
          <a:xfrm>
            <a:off x="685800" y="3931920"/>
            <a:ext cx="10515600" cy="1188720"/>
          </a:xfrm>
          <a:prstGeom prst="rect">
            <a:avLst/>
          </a:prstGeom>
          <a:noFill/>
          <a:ln/>
        </p:spPr>
        <p:txBody>
          <a:bodyPr wrap="square" rtlCol="0"/>
          <a:lstStyle>
            <a:lvl1pPr algn="l" indent="0" marL="0">
              <a:buNone/>
              <a:defRPr lang="en-US" sz="5400" b="1" dirty="0">
                <a:solidFill>
                  <a:schemeClr val="tx1"/>
                </a:solidFill>
                <a:latin typeface="Space Grotesk" pitchFamily="34" charset="0"/>
                <a:ea typeface="Space Grotesk" pitchFamily="34" charset="-122"/>
                <a:cs typeface="Space Grotesk" pitchFamily="34" charset="-120"/>
              </a:defRPr>
            </a:lvl1pPr>
          </a:lstStyle>
          <a:p>
            <a:pPr algn="l" indent="0" marL="0">
              <a:buNone/>
            </a:pPr>
            <a:r>
              <a:rPr lang="en-US" sz="5400" b="1" dirty="0">
                <a:solidFill>
                  <a:schemeClr val="tx1"/>
                </a:solidFill>
                <a:latin typeface="Space Grotesk" pitchFamily="34" charset="0"/>
                <a:ea typeface="Space Grotesk" pitchFamily="34" charset="-122"/>
                <a:cs typeface="Space Grotesk" pitchFamily="34" charset="-120"/>
              </a:rPr>
              <a:t>Talk title</a:t>
            </a:r>
            <a:endParaRPr lang="en-US" sz="5400" dirty="0"/>
          </a:p>
        </p:txBody>
      </p:sp>
      <p:sp>
        <p:nvSpPr>
          <p:cNvPr id="5" name="Speaker, event, date"/>
          <p:cNvSpPr/>
          <p:nvPr>
            <p:ph idx="103" type="body" hasCustomPrompt="1"/>
          </p:nvPr>
        </p:nvSpPr>
        <p:spPr>
          <a:xfrm>
            <a:off x="685800" y="5257800"/>
            <a:ext cx="10515600" cy="457200"/>
          </a:xfrm>
          <a:prstGeom prst="rect">
            <a:avLst/>
          </a:prstGeom>
          <a:noFill/>
          <a:ln/>
        </p:spPr>
        <p:txBody>
          <a:bodyPr wrap="square" rtlCol="0"/>
          <a:lstStyle>
            <a:lvl1pPr algn="l" indent="0" marL="0">
              <a:buNone/>
              <a:defRPr lang="en-US" sz="1800" dirty="0">
                <a:solidFill>
                  <a:schemeClr val="tx2"/>
                </a:solidFill>
                <a:latin typeface="IBM Plex Mono" pitchFamily="34" charset="0"/>
                <a:ea typeface="IBM Plex Mono" pitchFamily="34" charset="-122"/>
                <a:cs typeface="IBM Plex Mono" pitchFamily="34" charset="-120"/>
              </a:defRPr>
            </a:lvl1pPr>
          </a:lstStyle>
          <a:p>
            <a:pPr algn="l" indent="0" marL="0">
              <a:buNone/>
            </a:pPr>
            <a:r>
              <a:rPr lang="en-US" sz="1800" dirty="0">
                <a:solidFill>
                  <a:schemeClr val="tx2"/>
                </a:solidFill>
                <a:latin typeface="IBM Plex Mono" pitchFamily="34" charset="0"/>
                <a:ea typeface="IBM Plex Mono" pitchFamily="34" charset="-122"/>
                <a:cs typeface="IBM Plex Mono" pitchFamily="34" charset="-120"/>
              </a:rPr>
              <a:t>Speaker · Event · Date</a:t>
            </a: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abs Title Picture">
    <p:bg>
      <p:bgPr>
        <a:solidFill>
          <a:srgbClr val="F5F1E8"/>
        </a:solidFill>
      </p:bgPr>
    </p:bg>
    <p:spTree>
      <p:nvGrpSpPr>
        <p:cNvPr id="1" name=""/>
        <p:cNvGrpSpPr/>
        <p:nvPr/>
      </p:nvGrpSpPr>
      <p:grpSpPr>
        <a:xfrm>
          <a:off x="0" y="0"/>
          <a:ext cx="0" cy="0"/>
          <a:chOff x="0" y="0"/>
          <a:chExt cx="0" cy="0"/>
        </a:xfrm>
      </p:grpSpPr>
      <p:pic>
        <p:nvPicPr>
          <p:cNvPr id="2" name="Slabs logo" descr="Slabs">    </p:cNvPr>
          <p:cNvPicPr>
            <a:picLocks noChangeAspect="1"/>
          </p:cNvPicPr>
          <p:nvPr/>
        </p:nvPicPr>
        <p:blipFill>
          <a:blip r:embed="rId1"/>
          <a:stretch>
            <a:fillRect/>
          </a:stretch>
        </p:blipFill>
        <p:spPr>
          <a:xfrm>
            <a:off x="685800" y="548640"/>
            <a:ext cx="1463040" cy="655190"/>
          </a:xfrm>
          <a:prstGeom prst="rect">
            <a:avLst/>
          </a:prstGeom>
        </p:spPr>
      </p:pic>
      <p:sp>
        <p:nvSpPr>
          <p:cNvPr id="3" name="Slab"/>
          <p:cNvSpPr/>
          <p:nvPr/>
        </p:nvSpPr>
        <p:spPr>
          <a:xfrm>
            <a:off x="685800" y="3291840"/>
            <a:ext cx="502920" cy="128016"/>
          </a:xfrm>
          <a:prstGeom prst="rect">
            <a:avLst/>
          </a:prstGeom>
          <a:solidFill>
            <a:srgbClr val="ED6A20"/>
          </a:solidFill>
          <a:ln w="12700">
            <a:solidFill>
              <a:srgbClr val="ED6A20"/>
            </a:solidFill>
            <a:prstDash val="solid"/>
          </a:ln>
        </p:spPr>
      </p:sp>
      <p:sp>
        <p:nvSpPr>
          <p:cNvPr id="4" name="Title"/>
          <p:cNvSpPr/>
          <p:nvPr>
            <p:ph idx="102" type="title" hasCustomPrompt="1"/>
          </p:nvPr>
        </p:nvSpPr>
        <p:spPr>
          <a:xfrm>
            <a:off x="685800" y="3566160"/>
            <a:ext cx="4952848" cy="1554480"/>
          </a:xfrm>
          <a:prstGeom prst="rect">
            <a:avLst/>
          </a:prstGeom>
          <a:noFill/>
          <a:ln/>
        </p:spPr>
        <p:txBody>
          <a:bodyPr wrap="square" rtlCol="0"/>
          <a:lstStyle>
            <a:lvl1pPr algn="l" indent="0" marL="0">
              <a:buNone/>
              <a:defRPr lang="en-US" sz="4400" b="1" dirty="0">
                <a:solidFill>
                  <a:schemeClr val="tx1"/>
                </a:solidFill>
                <a:latin typeface="Space Grotesk" pitchFamily="34" charset="0"/>
                <a:ea typeface="Space Grotesk" pitchFamily="34" charset="-122"/>
                <a:cs typeface="Space Grotesk" pitchFamily="34" charset="-120"/>
              </a:defRPr>
            </a:lvl1pPr>
          </a:lstStyle>
          <a:p>
            <a:pPr algn="l" indent="0" marL="0">
              <a:buNone/>
            </a:pPr>
            <a:r>
              <a:rPr lang="en-US" sz="4400" b="1" dirty="0">
                <a:solidFill>
                  <a:schemeClr val="tx1"/>
                </a:solidFill>
                <a:latin typeface="Space Grotesk" pitchFamily="34" charset="0"/>
                <a:ea typeface="Space Grotesk" pitchFamily="34" charset="-122"/>
                <a:cs typeface="Space Grotesk" pitchFamily="34" charset="-120"/>
              </a:rPr>
              <a:t>Talk title</a:t>
            </a:r>
            <a:endParaRPr lang="en-US" sz="4400" dirty="0"/>
          </a:p>
        </p:txBody>
      </p:sp>
      <p:sp>
        <p:nvSpPr>
          <p:cNvPr id="5" name="Speaker, event, date"/>
          <p:cNvSpPr/>
          <p:nvPr>
            <p:ph idx="103" type="body" hasCustomPrompt="1"/>
          </p:nvPr>
        </p:nvSpPr>
        <p:spPr>
          <a:xfrm>
            <a:off x="685800" y="5257800"/>
            <a:ext cx="4952848" cy="457200"/>
          </a:xfrm>
          <a:prstGeom prst="rect">
            <a:avLst/>
          </a:prstGeom>
          <a:noFill/>
          <a:ln/>
        </p:spPr>
        <p:txBody>
          <a:bodyPr wrap="square" rtlCol="0"/>
          <a:lstStyle>
            <a:lvl1pPr algn="l" indent="0" marL="0">
              <a:buNone/>
              <a:defRPr lang="en-US" sz="1600" dirty="0">
                <a:solidFill>
                  <a:schemeClr val="tx2"/>
                </a:solidFill>
                <a:latin typeface="IBM Plex Mono" pitchFamily="34" charset="0"/>
                <a:ea typeface="IBM Plex Mono" pitchFamily="34" charset="-122"/>
                <a:cs typeface="IBM Plex Mono" pitchFamily="34" charset="-120"/>
              </a:defRPr>
            </a:lvl1pPr>
          </a:lstStyle>
          <a:p>
            <a:pPr algn="l" indent="0" marL="0">
              <a:buNone/>
            </a:pPr>
            <a:r>
              <a:rPr lang="en-US" sz="1600" dirty="0">
                <a:solidFill>
                  <a:schemeClr val="tx2"/>
                </a:solidFill>
                <a:latin typeface="IBM Plex Mono" pitchFamily="34" charset="0"/>
                <a:ea typeface="IBM Plex Mono" pitchFamily="34" charset="-122"/>
                <a:cs typeface="IBM Plex Mono" pitchFamily="34" charset="-120"/>
              </a:rPr>
              <a:t>Speaker · Event · Date</a:t>
            </a:r>
            <a:endParaRPr lang="en-US" sz="1600" dirty="0"/>
          </a:p>
        </p:txBody>
      </p:sp>
      <p:sp>
        <p:nvSpPr>
          <p:cNvPr id="6" name="Picture"/>
          <p:cNvSpPr/>
          <p:nvPr>
            <p:ph type="pic" idx="104" hasCustomPrompt="1"/>
          </p:nvPr>
        </p:nvSpPr>
        <p:spPr>
          <a:xfrm>
            <a:off x="6095848" y="0"/>
            <a:ext cx="6095848" cy="6858000"/>
          </a:xfrm>
          <a:prstGeom prst="rect">
            <a:avLst/>
          </a:prstGeom>
          <a:noFill/>
          <a:ln/>
        </p:spPr>
        <p:txBody>
          <a:bodyPr wrap="square" rtlCol="0"/>
          <a:lstStyle>
            <a:lvl1pPr algn="l" indent="0" marL="0">
              <a:buNone/>
              <a:defRPr lang="en-US" sz="1400" dirty="0">
                <a:solidFill>
                  <a:schemeClr val="tx2"/>
                </a:solidFill>
                <a:latin typeface="Space Grotesk" pitchFamily="34" charset="0"/>
                <a:ea typeface="Space Grotesk" pitchFamily="34" charset="-122"/>
                <a:cs typeface="Space Grotesk" pitchFamily="34" charset="-120"/>
              </a:defRPr>
            </a:lvl1pPr>
          </a:lstStyle>
          <a:p>
            <a:pPr algn="l" indent="0" marL="0">
              <a:buNone/>
            </a:pPr>
            <a:r>
              <a:rPr lang="en-US" sz="1400" dirty="0">
                <a:solidFill>
                  <a:schemeClr val="tx2"/>
                </a:solidFill>
                <a:latin typeface="Space Grotesk" pitchFamily="34" charset="0"/>
                <a:ea typeface="Space Grotesk" pitchFamily="34" charset="-122"/>
                <a:cs typeface="Space Grotesk" pitchFamily="34" charset="-120"/>
              </a:rPr>
              <a:t>Picture</a:t>
            </a:r>
            <a:endParaRPr lang="en-US" sz="14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abs Agenda">
    <p:bg>
      <p:bgPr>
        <a:solidFill>
          <a:srgbClr val="F5F1E8"/>
        </a:solidFill>
      </p:bgPr>
    </p:bg>
    <p:spTree>
      <p:nvGrpSpPr>
        <p:cNvPr id="1" name=""/>
        <p:cNvGrpSpPr/>
        <p:nvPr/>
      </p:nvGrpSpPr>
      <p:grpSpPr>
        <a:xfrm>
          <a:off x="0" y="0"/>
          <a:ext cx="0" cy="0"/>
          <a:chOff x="0" y="0"/>
          <a:chExt cx="0" cy="0"/>
        </a:xfrm>
      </p:grpSpPr>
      <p:sp>
        <p:nvSpPr>
          <p:cNvPr id="2" name="Title"/>
          <p:cNvSpPr/>
          <p:nvPr>
            <p:ph idx="100" type="title" hasCustomPrompt="1"/>
          </p:nvPr>
        </p:nvSpPr>
        <p:spPr>
          <a:xfrm>
            <a:off x="685800" y="548640"/>
            <a:ext cx="10789920" cy="822960"/>
          </a:xfrm>
          <a:prstGeom prst="rect">
            <a:avLst/>
          </a:prstGeom>
          <a:noFill/>
          <a:ln/>
        </p:spPr>
        <p:txBody>
          <a:bodyPr wrap="square" rtlCol="0"/>
          <a:lstStyle>
            <a:lvl1pPr algn="l" indent="0" marL="0">
              <a:buNone/>
              <a:defRPr lang="en-US" sz="4000" b="1" dirty="0">
                <a:solidFill>
                  <a:schemeClr val="tx1"/>
                </a:solidFill>
                <a:latin typeface="Space Grotesk" pitchFamily="34" charset="0"/>
                <a:ea typeface="Space Grotesk" pitchFamily="34" charset="-122"/>
                <a:cs typeface="Space Grotesk" pitchFamily="34" charset="-120"/>
              </a:defRPr>
            </a:lvl1pPr>
          </a:lstStyle>
          <a:p>
            <a:pPr algn="l" indent="0" marL="0">
              <a:buNone/>
            </a:pPr>
            <a:r>
              <a:rPr lang="en-US" sz="4000" b="1" dirty="0">
                <a:solidFill>
                  <a:schemeClr val="tx1"/>
                </a:solidFill>
                <a:latin typeface="Space Grotesk" pitchFamily="34" charset="0"/>
                <a:ea typeface="Space Grotesk" pitchFamily="34" charset="-122"/>
                <a:cs typeface="Space Grotesk" pitchFamily="34" charset="-120"/>
              </a:rPr>
              <a:t>Slide heading</a:t>
            </a:r>
            <a:endParaRPr lang="en-US" sz="4000" dirty="0"/>
          </a:p>
        </p:txBody>
      </p:sp>
      <p:sp>
        <p:nvSpPr>
          <p:cNvPr id="3" name="Agenda"/>
          <p:cNvSpPr/>
          <p:nvPr>
            <p:ph idx="101" type="body" hasCustomPrompt="1"/>
          </p:nvPr>
        </p:nvSpPr>
        <p:spPr>
          <a:xfrm>
            <a:off x="685800" y="1691640"/>
            <a:ext cx="10820095" cy="4069080"/>
          </a:xfrm>
          <a:prstGeom prst="rect">
            <a:avLst/>
          </a:prstGeom>
          <a:noFill/>
          <a:ln/>
        </p:spPr>
        <p:txBody>
          <a:bodyPr wrap="square" rtlCol="0"/>
          <a:lstStyle>
            <a:lvl1pPr algn="l" indent="0" marL="0">
              <a:spcAft>
                <a:spcPts val="1600"/>
              </a:spcAft>
              <a:buNone/>
              <a:defRPr lang="en-US" sz="2800" dirty="0">
                <a:solidFill>
                  <a:schemeClr val="tx1"/>
                </a:solidFill>
                <a:latin typeface="Space Grotesk" pitchFamily="34" charset="0"/>
                <a:ea typeface="Space Grotesk" pitchFamily="34" charset="-122"/>
                <a:cs typeface="Space Grotesk" pitchFamily="34" charset="-120"/>
              </a:defRPr>
            </a:lvl1pPr>
          </a:lstStyle>
          <a:p>
            <a:pPr algn="l" indent="0" marL="0">
              <a:spcAft>
                <a:spcPts val="1600"/>
              </a:spcAft>
              <a:buNone/>
            </a:pPr>
            <a:r>
              <a:rPr lang="en-US" sz="2800" dirty="0">
                <a:solidFill>
                  <a:schemeClr val="tx1"/>
                </a:solidFill>
                <a:latin typeface="Space Grotesk" pitchFamily="34" charset="0"/>
                <a:ea typeface="Space Grotesk" pitchFamily="34" charset="-122"/>
                <a:cs typeface="Space Grotesk" pitchFamily="34" charset="-120"/>
              </a:rPr>
              <a:t>Agenda items, one per line</a:t>
            </a:r>
            <a:endParaRPr lang="en-US" sz="2800" dirty="0"/>
          </a:p>
        </p:txBody>
      </p:sp>
      <p:pic>
        <p:nvPicPr>
          <p:cNvPr id="4" name="Slabs logo" descr="Slabs">    </p:cNvPr>
          <p:cNvPicPr>
            <a:picLocks noChangeAspect="1"/>
          </p:cNvPicPr>
          <p:nvPr/>
        </p:nvPicPr>
        <p:blipFill>
          <a:blip r:embed="rId1"/>
          <a:stretch>
            <a:fillRect/>
          </a:stretch>
        </p:blipFill>
        <p:spPr>
          <a:xfrm>
            <a:off x="685800" y="6144768"/>
            <a:ext cx="249631" cy="274320"/>
          </a:xfrm>
          <a:prstGeom prst="rect">
            <a:avLst/>
          </a:prstGeom>
        </p:spPr>
      </p:pic>
      <p:sp>
        <p:nvSpPr>
          <p:cNvPr id="25" name="Slide number"/>
          <p:cNvSpPr>
            <a:spLocks noGrp="1"/>
          </p:cNvSpPr>
          <p:nvPr>
            <p:ph type="sldNum" sz="quarter" idx="4294967295"/>
          </p:nvPr>
        </p:nvSpPr>
        <p:spPr>
          <a:xfrm>
            <a:off x="10591495" y="6126480"/>
            <a:ext cx="91440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E5B56"/>
                </a:solidFill>
                <a:latin typeface="IBM Plex Mono"/>
                <a:ea typeface="IBM Plex Mono"/>
                <a:cs typeface="IBM Plex Mono"/>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abs Section">
    <p:bg>
      <p:bgPr>
        <a:solidFill>
          <a:srgbClr val="F5F1E8"/>
        </a:solidFill>
      </p:bgPr>
    </p:bg>
    <p:spTree>
      <p:nvGrpSpPr>
        <p:cNvPr id="1" name=""/>
        <p:cNvGrpSpPr/>
        <p:nvPr/>
      </p:nvGrpSpPr>
      <p:grpSpPr>
        <a:xfrm>
          <a:off x="0" y="0"/>
          <a:ext cx="0" cy="0"/>
          <a:chOff x="0" y="0"/>
          <a:chExt cx="0" cy="0"/>
        </a:xfrm>
      </p:grpSpPr>
      <p:sp>
        <p:nvSpPr>
          <p:cNvPr id="2" name="Section number"/>
          <p:cNvSpPr/>
          <p:nvPr>
            <p:ph idx="100" type="body" hasCustomPrompt="1"/>
          </p:nvPr>
        </p:nvSpPr>
        <p:spPr>
          <a:xfrm>
            <a:off x="685800" y="2103120"/>
            <a:ext cx="5486400" cy="1737360"/>
          </a:xfrm>
          <a:prstGeom prst="rect">
            <a:avLst/>
          </a:prstGeom>
          <a:noFill/>
          <a:ln/>
        </p:spPr>
        <p:txBody>
          <a:bodyPr wrap="square" rtlCol="0"/>
          <a:lstStyle>
            <a:lvl1pPr algn="l" indent="0" marL="0">
              <a:buNone/>
              <a:defRPr lang="en-US" sz="12000" dirty="0">
                <a:solidFill>
                  <a:schemeClr val="tx1"/>
                </a:solidFill>
                <a:latin typeface="Space Grotesk Light" pitchFamily="34" charset="0"/>
                <a:ea typeface="Space Grotesk Light" pitchFamily="34" charset="-122"/>
                <a:cs typeface="Space Grotesk Light" pitchFamily="34" charset="-120"/>
              </a:defRPr>
            </a:lvl1pPr>
          </a:lstStyle>
          <a:p>
            <a:pPr algn="l" indent="0" marL="0">
              <a:buNone/>
            </a:pPr>
            <a:r>
              <a:rPr lang="en-US" sz="12000" dirty="0">
                <a:solidFill>
                  <a:schemeClr val="tx1"/>
                </a:solidFill>
                <a:latin typeface="Space Grotesk Light" pitchFamily="34" charset="0"/>
                <a:ea typeface="Space Grotesk Light" pitchFamily="34" charset="-122"/>
                <a:cs typeface="Space Grotesk Light" pitchFamily="34" charset="-120"/>
              </a:rPr>
              <a:t>01</a:t>
            </a:r>
            <a:endParaRPr lang="en-US" sz="12000" dirty="0"/>
          </a:p>
        </p:txBody>
      </p:sp>
      <p:sp>
        <p:nvSpPr>
          <p:cNvPr id="3" name="Slab"/>
          <p:cNvSpPr/>
          <p:nvPr/>
        </p:nvSpPr>
        <p:spPr>
          <a:xfrm>
            <a:off x="685800" y="4023360"/>
            <a:ext cx="731520" cy="146304"/>
          </a:xfrm>
          <a:prstGeom prst="rect">
            <a:avLst/>
          </a:prstGeom>
          <a:solidFill>
            <a:srgbClr val="ED6A20"/>
          </a:solidFill>
          <a:ln w="12700">
            <a:solidFill>
              <a:srgbClr val="ED6A20"/>
            </a:solidFill>
            <a:prstDash val="solid"/>
          </a:ln>
        </p:spPr>
      </p:sp>
      <p:sp>
        <p:nvSpPr>
          <p:cNvPr id="4" name="Title"/>
          <p:cNvSpPr/>
          <p:nvPr>
            <p:ph idx="102" type="title" hasCustomPrompt="1"/>
          </p:nvPr>
        </p:nvSpPr>
        <p:spPr>
          <a:xfrm>
            <a:off x="685800" y="4343400"/>
            <a:ext cx="10515600" cy="1097280"/>
          </a:xfrm>
          <a:prstGeom prst="rect">
            <a:avLst/>
          </a:prstGeom>
          <a:noFill/>
          <a:ln/>
        </p:spPr>
        <p:txBody>
          <a:bodyPr wrap="square" rtlCol="0"/>
          <a:lstStyle>
            <a:lvl1pPr algn="l" indent="0" marL="0">
              <a:buNone/>
              <a:defRPr lang="en-US" sz="4400" b="1" dirty="0">
                <a:solidFill>
                  <a:schemeClr val="tx1"/>
                </a:solidFill>
                <a:latin typeface="Space Grotesk" pitchFamily="34" charset="0"/>
                <a:ea typeface="Space Grotesk" pitchFamily="34" charset="-122"/>
                <a:cs typeface="Space Grotesk" pitchFamily="34" charset="-120"/>
              </a:defRPr>
            </a:lvl1pPr>
          </a:lstStyle>
          <a:p>
            <a:pPr algn="l" indent="0" marL="0">
              <a:buNone/>
            </a:pPr>
            <a:r>
              <a:rPr lang="en-US" sz="4400" b="1" dirty="0">
                <a:solidFill>
                  <a:schemeClr val="tx1"/>
                </a:solidFill>
                <a:latin typeface="Space Grotesk" pitchFamily="34" charset="0"/>
                <a:ea typeface="Space Grotesk" pitchFamily="34" charset="-122"/>
                <a:cs typeface="Space Grotesk" pitchFamily="34" charset="-120"/>
              </a:rPr>
              <a:t>Section title</a:t>
            </a:r>
            <a:endParaRPr lang="en-US" sz="4400"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abs Section Picture">
    <p:bg>
      <p:bgPr>
        <a:solidFill>
          <a:srgbClr val="F5F1E8"/>
        </a:solidFill>
      </p:bgPr>
    </p:bg>
    <p:spTree>
      <p:nvGrpSpPr>
        <p:cNvPr id="1" name=""/>
        <p:cNvGrpSpPr/>
        <p:nvPr/>
      </p:nvGrpSpPr>
      <p:grpSpPr>
        <a:xfrm>
          <a:off x="0" y="0"/>
          <a:ext cx="0" cy="0"/>
          <a:chOff x="0" y="0"/>
          <a:chExt cx="0" cy="0"/>
        </a:xfrm>
      </p:grpSpPr>
      <p:sp>
        <p:nvSpPr>
          <p:cNvPr id="2" name="Section number"/>
          <p:cNvSpPr/>
          <p:nvPr>
            <p:ph idx="100" type="body" hasCustomPrompt="1"/>
          </p:nvPr>
        </p:nvSpPr>
        <p:spPr>
          <a:xfrm>
            <a:off x="685800" y="2103120"/>
            <a:ext cx="4952848" cy="1737360"/>
          </a:xfrm>
          <a:prstGeom prst="rect">
            <a:avLst/>
          </a:prstGeom>
          <a:noFill/>
          <a:ln/>
        </p:spPr>
        <p:txBody>
          <a:bodyPr wrap="square" rtlCol="0"/>
          <a:lstStyle>
            <a:lvl1pPr algn="l" indent="0" marL="0">
              <a:buNone/>
              <a:defRPr lang="en-US" sz="12000" dirty="0">
                <a:solidFill>
                  <a:schemeClr val="tx1"/>
                </a:solidFill>
                <a:latin typeface="Space Grotesk Light" pitchFamily="34" charset="0"/>
                <a:ea typeface="Space Grotesk Light" pitchFamily="34" charset="-122"/>
                <a:cs typeface="Space Grotesk Light" pitchFamily="34" charset="-120"/>
              </a:defRPr>
            </a:lvl1pPr>
          </a:lstStyle>
          <a:p>
            <a:pPr algn="l" indent="0" marL="0">
              <a:buNone/>
            </a:pPr>
            <a:r>
              <a:rPr lang="en-US" sz="12000" dirty="0">
                <a:solidFill>
                  <a:schemeClr val="tx1"/>
                </a:solidFill>
                <a:latin typeface="Space Grotesk Light" pitchFamily="34" charset="0"/>
                <a:ea typeface="Space Grotesk Light" pitchFamily="34" charset="-122"/>
                <a:cs typeface="Space Grotesk Light" pitchFamily="34" charset="-120"/>
              </a:rPr>
              <a:t>01</a:t>
            </a:r>
            <a:endParaRPr lang="en-US" sz="12000" dirty="0"/>
          </a:p>
        </p:txBody>
      </p:sp>
      <p:sp>
        <p:nvSpPr>
          <p:cNvPr id="3" name="Slab"/>
          <p:cNvSpPr/>
          <p:nvPr/>
        </p:nvSpPr>
        <p:spPr>
          <a:xfrm>
            <a:off x="685800" y="4023360"/>
            <a:ext cx="731520" cy="146304"/>
          </a:xfrm>
          <a:prstGeom prst="rect">
            <a:avLst/>
          </a:prstGeom>
          <a:solidFill>
            <a:srgbClr val="ED6A20"/>
          </a:solidFill>
          <a:ln w="12700">
            <a:solidFill>
              <a:srgbClr val="ED6A20"/>
            </a:solidFill>
            <a:prstDash val="solid"/>
          </a:ln>
        </p:spPr>
      </p:sp>
      <p:sp>
        <p:nvSpPr>
          <p:cNvPr id="4" name="Title"/>
          <p:cNvSpPr/>
          <p:nvPr>
            <p:ph idx="102" type="title" hasCustomPrompt="1"/>
          </p:nvPr>
        </p:nvSpPr>
        <p:spPr>
          <a:xfrm>
            <a:off x="685800" y="4343400"/>
            <a:ext cx="4952848" cy="1371600"/>
          </a:xfrm>
          <a:prstGeom prst="rect">
            <a:avLst/>
          </a:prstGeom>
          <a:noFill/>
          <a:ln/>
        </p:spPr>
        <p:txBody>
          <a:bodyPr wrap="square" rtlCol="0"/>
          <a:lstStyle>
            <a:lvl1pPr algn="l" indent="0" marL="0">
              <a:buNone/>
              <a:defRPr lang="en-US" sz="4400" b="1" dirty="0">
                <a:solidFill>
                  <a:schemeClr val="tx1"/>
                </a:solidFill>
                <a:latin typeface="Space Grotesk" pitchFamily="34" charset="0"/>
                <a:ea typeface="Space Grotesk" pitchFamily="34" charset="-122"/>
                <a:cs typeface="Space Grotesk" pitchFamily="34" charset="-120"/>
              </a:defRPr>
            </a:lvl1pPr>
          </a:lstStyle>
          <a:p>
            <a:pPr algn="l" indent="0" marL="0">
              <a:buNone/>
            </a:pPr>
            <a:r>
              <a:rPr lang="en-US" sz="4400" b="1" dirty="0">
                <a:solidFill>
                  <a:schemeClr val="tx1"/>
                </a:solidFill>
                <a:latin typeface="Space Grotesk" pitchFamily="34" charset="0"/>
                <a:ea typeface="Space Grotesk" pitchFamily="34" charset="-122"/>
                <a:cs typeface="Space Grotesk" pitchFamily="34" charset="-120"/>
              </a:rPr>
              <a:t>Section title</a:t>
            </a:r>
            <a:endParaRPr lang="en-US" sz="4400" dirty="0"/>
          </a:p>
        </p:txBody>
      </p:sp>
      <p:sp>
        <p:nvSpPr>
          <p:cNvPr id="5" name="Picture"/>
          <p:cNvSpPr/>
          <p:nvPr>
            <p:ph type="pic" idx="103" hasCustomPrompt="1"/>
          </p:nvPr>
        </p:nvSpPr>
        <p:spPr>
          <a:xfrm>
            <a:off x="6095848" y="0"/>
            <a:ext cx="6095848" cy="6858000"/>
          </a:xfrm>
          <a:prstGeom prst="rect">
            <a:avLst/>
          </a:prstGeom>
          <a:noFill/>
          <a:ln/>
        </p:spPr>
        <p:txBody>
          <a:bodyPr wrap="square" rtlCol="0"/>
          <a:lstStyle>
            <a:lvl1pPr algn="l" indent="0" marL="0">
              <a:buNone/>
              <a:defRPr lang="en-US" sz="1400" dirty="0">
                <a:solidFill>
                  <a:schemeClr val="tx2"/>
                </a:solidFill>
                <a:latin typeface="Space Grotesk" pitchFamily="34" charset="0"/>
                <a:ea typeface="Space Grotesk" pitchFamily="34" charset="-122"/>
                <a:cs typeface="Space Grotesk" pitchFamily="34" charset="-120"/>
              </a:defRPr>
            </a:lvl1pPr>
          </a:lstStyle>
          <a:p>
            <a:pPr algn="l" indent="0" marL="0">
              <a:buNone/>
            </a:pPr>
            <a:r>
              <a:rPr lang="en-US" sz="1400" dirty="0">
                <a:solidFill>
                  <a:schemeClr val="tx2"/>
                </a:solidFill>
                <a:latin typeface="Space Grotesk" pitchFamily="34" charset="0"/>
                <a:ea typeface="Space Grotesk" pitchFamily="34" charset="-122"/>
                <a:cs typeface="Space Grotesk" pitchFamily="34" charset="-120"/>
              </a:rPr>
              <a:t>Picture</a:t>
            </a:r>
            <a:endParaRPr lang="en-US" sz="1400"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abs Section Dark">
    <p:bg>
      <p:bgPr>
        <a:solidFill>
          <a:srgbClr val="333334"/>
        </a:solidFill>
      </p:bgPr>
    </p:bg>
    <p:spTree>
      <p:nvGrpSpPr>
        <p:cNvPr id="1" name=""/>
        <p:cNvGrpSpPr/>
        <p:nvPr/>
      </p:nvGrpSpPr>
      <p:grpSpPr>
        <a:xfrm>
          <a:off x="0" y="0"/>
          <a:ext cx="0" cy="0"/>
          <a:chOff x="0" y="0"/>
          <a:chExt cx="0" cy="0"/>
        </a:xfrm>
      </p:grpSpPr>
      <p:sp>
        <p:nvSpPr>
          <p:cNvPr id="2" name="Section number"/>
          <p:cNvSpPr/>
          <p:nvPr>
            <p:ph idx="100" type="body" hasCustomPrompt="1"/>
          </p:nvPr>
        </p:nvSpPr>
        <p:spPr>
          <a:xfrm>
            <a:off x="685800" y="2103120"/>
            <a:ext cx="5486400" cy="1737360"/>
          </a:xfrm>
          <a:prstGeom prst="rect">
            <a:avLst/>
          </a:prstGeom>
          <a:noFill/>
          <a:ln/>
        </p:spPr>
        <p:txBody>
          <a:bodyPr wrap="square" rtlCol="0"/>
          <a:lstStyle>
            <a:lvl1pPr algn="l" indent="0" marL="0">
              <a:buNone/>
              <a:defRPr lang="en-US" sz="12000" dirty="0">
                <a:solidFill>
                  <a:schemeClr val="bg1"/>
                </a:solidFill>
                <a:latin typeface="Space Grotesk Light" pitchFamily="34" charset="0"/>
                <a:ea typeface="Space Grotesk Light" pitchFamily="34" charset="-122"/>
                <a:cs typeface="Space Grotesk Light" pitchFamily="34" charset="-120"/>
              </a:defRPr>
            </a:lvl1pPr>
          </a:lstStyle>
          <a:p>
            <a:pPr algn="l" indent="0" marL="0">
              <a:buNone/>
            </a:pPr>
            <a:r>
              <a:rPr lang="en-US" sz="12000" dirty="0">
                <a:solidFill>
                  <a:schemeClr val="bg1"/>
                </a:solidFill>
                <a:latin typeface="Space Grotesk Light" pitchFamily="34" charset="0"/>
                <a:ea typeface="Space Grotesk Light" pitchFamily="34" charset="-122"/>
                <a:cs typeface="Space Grotesk Light" pitchFamily="34" charset="-120"/>
              </a:rPr>
              <a:t>01</a:t>
            </a:r>
            <a:endParaRPr lang="en-US" sz="12000" dirty="0"/>
          </a:p>
        </p:txBody>
      </p:sp>
      <p:sp>
        <p:nvSpPr>
          <p:cNvPr id="3" name="Slab"/>
          <p:cNvSpPr/>
          <p:nvPr/>
        </p:nvSpPr>
        <p:spPr>
          <a:xfrm>
            <a:off x="685800" y="4023360"/>
            <a:ext cx="731520" cy="146304"/>
          </a:xfrm>
          <a:prstGeom prst="rect">
            <a:avLst/>
          </a:prstGeom>
          <a:solidFill>
            <a:srgbClr val="ED6A20"/>
          </a:solidFill>
          <a:ln w="12700">
            <a:solidFill>
              <a:srgbClr val="ED6A20"/>
            </a:solidFill>
            <a:prstDash val="solid"/>
          </a:ln>
        </p:spPr>
      </p:sp>
      <p:sp>
        <p:nvSpPr>
          <p:cNvPr id="4" name="Title"/>
          <p:cNvSpPr/>
          <p:nvPr>
            <p:ph idx="102" type="title" hasCustomPrompt="1"/>
          </p:nvPr>
        </p:nvSpPr>
        <p:spPr>
          <a:xfrm>
            <a:off x="685800" y="4343400"/>
            <a:ext cx="10515600" cy="1097280"/>
          </a:xfrm>
          <a:prstGeom prst="rect">
            <a:avLst/>
          </a:prstGeom>
          <a:noFill/>
          <a:ln/>
        </p:spPr>
        <p:txBody>
          <a:bodyPr wrap="square" rtlCol="0"/>
          <a:lstStyle>
            <a:lvl1pPr algn="l" indent="0" marL="0">
              <a:buNone/>
              <a:defRPr lang="en-US" sz="4400" b="1" dirty="0">
                <a:solidFill>
                  <a:schemeClr val="bg1"/>
                </a:solidFill>
                <a:latin typeface="Space Grotesk" pitchFamily="34" charset="0"/>
                <a:ea typeface="Space Grotesk" pitchFamily="34" charset="-122"/>
                <a:cs typeface="Space Grotesk" pitchFamily="34" charset="-120"/>
              </a:defRPr>
            </a:lvl1pPr>
          </a:lstStyle>
          <a:p>
            <a:pPr algn="l" indent="0" marL="0">
              <a:buNone/>
            </a:pPr>
            <a:r>
              <a:rPr lang="en-US" sz="4400" b="1" dirty="0">
                <a:solidFill>
                  <a:schemeClr val="bg1"/>
                </a:solidFill>
                <a:latin typeface="Space Grotesk" pitchFamily="34" charset="0"/>
                <a:ea typeface="Space Grotesk" pitchFamily="34" charset="-122"/>
                <a:cs typeface="Space Grotesk" pitchFamily="34" charset="-120"/>
              </a:rPr>
              <a:t>Section title</a:t>
            </a:r>
            <a:endParaRPr lang="en-US" sz="4400"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abs Content">
    <p:bg>
      <p:bgPr>
        <a:solidFill>
          <a:srgbClr val="F5F1E8"/>
        </a:solidFill>
      </p:bgPr>
    </p:bg>
    <p:spTree>
      <p:nvGrpSpPr>
        <p:cNvPr id="1" name=""/>
        <p:cNvGrpSpPr/>
        <p:nvPr/>
      </p:nvGrpSpPr>
      <p:grpSpPr>
        <a:xfrm>
          <a:off x="0" y="0"/>
          <a:ext cx="0" cy="0"/>
          <a:chOff x="0" y="0"/>
          <a:chExt cx="0" cy="0"/>
        </a:xfrm>
      </p:grpSpPr>
      <p:sp>
        <p:nvSpPr>
          <p:cNvPr id="2" name="Title"/>
          <p:cNvSpPr/>
          <p:nvPr>
            <p:ph idx="100" type="title" hasCustomPrompt="1"/>
          </p:nvPr>
        </p:nvSpPr>
        <p:spPr>
          <a:xfrm>
            <a:off x="685800" y="548640"/>
            <a:ext cx="10789920" cy="822960"/>
          </a:xfrm>
          <a:prstGeom prst="rect">
            <a:avLst/>
          </a:prstGeom>
          <a:noFill/>
          <a:ln/>
        </p:spPr>
        <p:txBody>
          <a:bodyPr wrap="square" rtlCol="0"/>
          <a:lstStyle>
            <a:lvl1pPr algn="l" indent="0" marL="0">
              <a:buNone/>
              <a:defRPr lang="en-US" sz="4000" b="1" dirty="0">
                <a:solidFill>
                  <a:schemeClr val="tx1"/>
                </a:solidFill>
                <a:latin typeface="Space Grotesk" pitchFamily="34" charset="0"/>
                <a:ea typeface="Space Grotesk" pitchFamily="34" charset="-122"/>
                <a:cs typeface="Space Grotesk" pitchFamily="34" charset="-120"/>
              </a:defRPr>
            </a:lvl1pPr>
          </a:lstStyle>
          <a:p>
            <a:pPr algn="l" indent="0" marL="0">
              <a:buNone/>
            </a:pPr>
            <a:r>
              <a:rPr lang="en-US" sz="4000" b="1" dirty="0">
                <a:solidFill>
                  <a:schemeClr val="tx1"/>
                </a:solidFill>
                <a:latin typeface="Space Grotesk" pitchFamily="34" charset="0"/>
                <a:ea typeface="Space Grotesk" pitchFamily="34" charset="-122"/>
                <a:cs typeface="Space Grotesk" pitchFamily="34" charset="-120"/>
              </a:rPr>
              <a:t>Slide heading</a:t>
            </a:r>
            <a:endParaRPr lang="en-US" sz="4000" dirty="0"/>
          </a:p>
        </p:txBody>
      </p:sp>
      <p:sp>
        <p:nvSpPr>
          <p:cNvPr id="3" name="Text"/>
          <p:cNvSpPr/>
          <p:nvPr>
            <p:ph idx="101" type="body" hasCustomPrompt="1"/>
          </p:nvPr>
        </p:nvSpPr>
        <p:spPr>
          <a:xfrm>
            <a:off x="685800" y="1691640"/>
            <a:ext cx="10820095" cy="4069080"/>
          </a:xfrm>
          <a:prstGeom prst="rect">
            <a:avLst/>
          </a:prstGeom>
          <a:noFill/>
          <a:ln/>
        </p:spPr>
        <p:txBody>
          <a:bodyPr wrap="square" rtlCol="0"/>
          <a:lstStyle>
            <a:lvl1pPr algn="l" indent="0" marL="0">
              <a:spcAft>
                <a:spcPts val="1000"/>
              </a:spcAft>
              <a:buNone/>
              <a:defRPr lang="en-US" sz="2800" dirty="0">
                <a:solidFill>
                  <a:schemeClr val="tx1"/>
                </a:solidFill>
                <a:latin typeface="Space Grotesk" pitchFamily="34" charset="0"/>
                <a:ea typeface="Space Grotesk" pitchFamily="34" charset="-122"/>
                <a:cs typeface="Space Grotesk" pitchFamily="34" charset="-120"/>
              </a:defRPr>
            </a:lvl1pPr>
          </a:lstStyle>
          <a:p>
            <a:pPr algn="l" indent="0" marL="0">
              <a:spcAft>
                <a:spcPts val="1000"/>
              </a:spcAft>
              <a:buNone/>
            </a:pPr>
            <a:r>
              <a:rPr lang="en-US" sz="2800" dirty="0">
                <a:solidFill>
                  <a:schemeClr val="tx1"/>
                </a:solidFill>
                <a:latin typeface="Space Grotesk" pitchFamily="34" charset="0"/>
                <a:ea typeface="Space Grotesk" pitchFamily="34" charset="-122"/>
                <a:cs typeface="Space Grotesk" pitchFamily="34" charset="-120"/>
              </a:rPr>
              <a:t>Body text, 28 pt minimum</a:t>
            </a:r>
            <a:endParaRPr lang="en-US" sz="2800" dirty="0"/>
          </a:p>
        </p:txBody>
      </p:sp>
      <p:pic>
        <p:nvPicPr>
          <p:cNvPr id="4" name="Slabs logo" descr="Slabs">    </p:cNvPr>
          <p:cNvPicPr>
            <a:picLocks noChangeAspect="1"/>
          </p:cNvPicPr>
          <p:nvPr/>
        </p:nvPicPr>
        <p:blipFill>
          <a:blip r:embed="rId1"/>
          <a:stretch>
            <a:fillRect/>
          </a:stretch>
        </p:blipFill>
        <p:spPr>
          <a:xfrm>
            <a:off x="685800" y="6144768"/>
            <a:ext cx="249631" cy="274320"/>
          </a:xfrm>
          <a:prstGeom prst="rect">
            <a:avLst/>
          </a:prstGeom>
        </p:spPr>
      </p:pic>
      <p:sp>
        <p:nvSpPr>
          <p:cNvPr id="25" name="Slide number"/>
          <p:cNvSpPr>
            <a:spLocks noGrp="1"/>
          </p:cNvSpPr>
          <p:nvPr>
            <p:ph type="sldNum" sz="quarter" idx="4294967295"/>
          </p:nvPr>
        </p:nvSpPr>
        <p:spPr>
          <a:xfrm>
            <a:off x="10591495" y="6126480"/>
            <a:ext cx="91440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E5B56"/>
                </a:solidFill>
                <a:latin typeface="IBM Plex Mono"/>
                <a:ea typeface="IBM Plex Mono"/>
                <a:cs typeface="IBM Plex Mono"/>
              </a:defRPr>
            </a:lvl1pPr>
          </a:lstStyle>
          <a:p>
            <a:pPr algn="r"/>
            <a:fld id="{F7021451-1387-4CA6-816F-3879F97B5CBC}" type="slidenum">
              <a:rPr b="0" lang="en-US"/>
              <a:t>1008</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abs Two Columns">
    <p:bg>
      <p:bgPr>
        <a:solidFill>
          <a:srgbClr val="F5F1E8"/>
        </a:solidFill>
      </p:bgPr>
    </p:bg>
    <p:spTree>
      <p:nvGrpSpPr>
        <p:cNvPr id="1" name=""/>
        <p:cNvGrpSpPr/>
        <p:nvPr/>
      </p:nvGrpSpPr>
      <p:grpSpPr>
        <a:xfrm>
          <a:off x="0" y="0"/>
          <a:ext cx="0" cy="0"/>
          <a:chOff x="0" y="0"/>
          <a:chExt cx="0" cy="0"/>
        </a:xfrm>
      </p:grpSpPr>
      <p:sp>
        <p:nvSpPr>
          <p:cNvPr id="2" name="Title"/>
          <p:cNvSpPr/>
          <p:nvPr>
            <p:ph idx="100" type="title" hasCustomPrompt="1"/>
          </p:nvPr>
        </p:nvSpPr>
        <p:spPr>
          <a:xfrm>
            <a:off x="685800" y="548640"/>
            <a:ext cx="10789920" cy="822960"/>
          </a:xfrm>
          <a:prstGeom prst="rect">
            <a:avLst/>
          </a:prstGeom>
          <a:noFill/>
          <a:ln/>
        </p:spPr>
        <p:txBody>
          <a:bodyPr wrap="square" rtlCol="0"/>
          <a:lstStyle>
            <a:lvl1pPr algn="l" indent="0" marL="0">
              <a:buNone/>
              <a:defRPr lang="en-US" sz="4000" b="1" dirty="0">
                <a:solidFill>
                  <a:schemeClr val="tx1"/>
                </a:solidFill>
                <a:latin typeface="Space Grotesk" pitchFamily="34" charset="0"/>
                <a:ea typeface="Space Grotesk" pitchFamily="34" charset="-122"/>
                <a:cs typeface="Space Grotesk" pitchFamily="34" charset="-120"/>
              </a:defRPr>
            </a:lvl1pPr>
          </a:lstStyle>
          <a:p>
            <a:pPr algn="l" indent="0" marL="0">
              <a:buNone/>
            </a:pPr>
            <a:r>
              <a:rPr lang="en-US" sz="4000" b="1" dirty="0">
                <a:solidFill>
                  <a:schemeClr val="tx1"/>
                </a:solidFill>
                <a:latin typeface="Space Grotesk" pitchFamily="34" charset="0"/>
                <a:ea typeface="Space Grotesk" pitchFamily="34" charset="-122"/>
                <a:cs typeface="Space Grotesk" pitchFamily="34" charset="-120"/>
              </a:rPr>
              <a:t>Slide heading</a:t>
            </a:r>
            <a:endParaRPr lang="en-US" sz="4000" dirty="0"/>
          </a:p>
        </p:txBody>
      </p:sp>
      <p:sp>
        <p:nvSpPr>
          <p:cNvPr id="3" name="Left column"/>
          <p:cNvSpPr/>
          <p:nvPr>
            <p:ph idx="101" type="body" hasCustomPrompt="1"/>
          </p:nvPr>
        </p:nvSpPr>
        <p:spPr>
          <a:xfrm>
            <a:off x="685800" y="1691640"/>
            <a:ext cx="5158588" cy="4069080"/>
          </a:xfrm>
          <a:prstGeom prst="rect">
            <a:avLst/>
          </a:prstGeom>
          <a:noFill/>
          <a:ln/>
        </p:spPr>
        <p:txBody>
          <a:bodyPr wrap="square" rtlCol="0"/>
          <a:lstStyle>
            <a:lvl1pPr algn="l" indent="0" marL="0">
              <a:spcAft>
                <a:spcPts val="1000"/>
              </a:spcAft>
              <a:buNone/>
              <a:defRPr lang="en-US" sz="2400" dirty="0">
                <a:solidFill>
                  <a:schemeClr val="tx1"/>
                </a:solidFill>
                <a:latin typeface="Space Grotesk" pitchFamily="34" charset="0"/>
                <a:ea typeface="Space Grotesk" pitchFamily="34" charset="-122"/>
                <a:cs typeface="Space Grotesk" pitchFamily="34" charset="-120"/>
              </a:defRPr>
            </a:lvl1pPr>
          </a:lstStyle>
          <a:p>
            <a:pPr algn="l" indent="0" marL="0">
              <a:spcAft>
                <a:spcPts val="1000"/>
              </a:spcAft>
              <a:buNone/>
            </a:pPr>
            <a:r>
              <a:rPr lang="en-US" sz="2400" dirty="0">
                <a:solidFill>
                  <a:schemeClr val="tx1"/>
                </a:solidFill>
                <a:latin typeface="Space Grotesk" pitchFamily="34" charset="0"/>
                <a:ea typeface="Space Grotesk" pitchFamily="34" charset="-122"/>
                <a:cs typeface="Space Grotesk" pitchFamily="34" charset="-120"/>
              </a:rPr>
              <a:t>Left column</a:t>
            </a:r>
            <a:endParaRPr lang="en-US" sz="2400" dirty="0"/>
          </a:p>
        </p:txBody>
      </p:sp>
      <p:sp>
        <p:nvSpPr>
          <p:cNvPr id="4" name="Right column"/>
          <p:cNvSpPr/>
          <p:nvPr>
            <p:ph idx="102" type="body" hasCustomPrompt="1"/>
          </p:nvPr>
        </p:nvSpPr>
        <p:spPr>
          <a:xfrm>
            <a:off x="6347308" y="1691640"/>
            <a:ext cx="5158588" cy="4069080"/>
          </a:xfrm>
          <a:prstGeom prst="rect">
            <a:avLst/>
          </a:prstGeom>
          <a:noFill/>
          <a:ln/>
        </p:spPr>
        <p:txBody>
          <a:bodyPr wrap="square" rtlCol="0"/>
          <a:lstStyle>
            <a:lvl1pPr algn="l" indent="0" marL="0">
              <a:spcAft>
                <a:spcPts val="1000"/>
              </a:spcAft>
              <a:buNone/>
              <a:defRPr lang="en-US" sz="2400" dirty="0">
                <a:solidFill>
                  <a:schemeClr val="tx1"/>
                </a:solidFill>
                <a:latin typeface="Space Grotesk" pitchFamily="34" charset="0"/>
                <a:ea typeface="Space Grotesk" pitchFamily="34" charset="-122"/>
                <a:cs typeface="Space Grotesk" pitchFamily="34" charset="-120"/>
              </a:defRPr>
            </a:lvl1pPr>
          </a:lstStyle>
          <a:p>
            <a:pPr algn="l" indent="0" marL="0">
              <a:spcAft>
                <a:spcPts val="1000"/>
              </a:spcAft>
              <a:buNone/>
            </a:pPr>
            <a:r>
              <a:rPr lang="en-US" sz="2400" dirty="0">
                <a:solidFill>
                  <a:schemeClr val="tx1"/>
                </a:solidFill>
                <a:latin typeface="Space Grotesk" pitchFamily="34" charset="0"/>
                <a:ea typeface="Space Grotesk" pitchFamily="34" charset="-122"/>
                <a:cs typeface="Space Grotesk" pitchFamily="34" charset="-120"/>
              </a:rPr>
              <a:t>Right column</a:t>
            </a:r>
            <a:endParaRPr lang="en-US" sz="2400" dirty="0"/>
          </a:p>
        </p:txBody>
      </p:sp>
      <p:pic>
        <p:nvPicPr>
          <p:cNvPr id="5" name="Slabs logo" descr="Slabs">    </p:cNvPr>
          <p:cNvPicPr>
            <a:picLocks noChangeAspect="1"/>
          </p:cNvPicPr>
          <p:nvPr/>
        </p:nvPicPr>
        <p:blipFill>
          <a:blip r:embed="rId1"/>
          <a:stretch>
            <a:fillRect/>
          </a:stretch>
        </p:blipFill>
        <p:spPr>
          <a:xfrm>
            <a:off x="685800" y="6144768"/>
            <a:ext cx="249631" cy="274320"/>
          </a:xfrm>
          <a:prstGeom prst="rect">
            <a:avLst/>
          </a:prstGeom>
        </p:spPr>
      </p:pic>
      <p:sp>
        <p:nvSpPr>
          <p:cNvPr id="25" name="Slide number"/>
          <p:cNvSpPr>
            <a:spLocks noGrp="1"/>
          </p:cNvSpPr>
          <p:nvPr>
            <p:ph type="sldNum" sz="quarter" idx="4294967295"/>
          </p:nvPr>
        </p:nvSpPr>
        <p:spPr>
          <a:xfrm>
            <a:off x="10591495" y="6126480"/>
            <a:ext cx="91440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E5B56"/>
                </a:solidFill>
                <a:latin typeface="IBM Plex Mono"/>
                <a:ea typeface="IBM Plex Mono"/>
                <a:cs typeface="IBM Plex Mono"/>
              </a:defRPr>
            </a:lvl1pPr>
          </a:lstStyle>
          <a:p>
            <a:pPr algn="r"/>
            <a:fld id="{F7021451-1387-4CA6-816F-3879F97B5CBC}" type="slidenum">
              <a:rPr b="0" lang="en-US"/>
              <a:t>1009</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abs Comparison">
    <p:bg>
      <p:bgPr>
        <a:solidFill>
          <a:srgbClr val="F5F1E8"/>
        </a:solidFill>
      </p:bgPr>
    </p:bg>
    <p:spTree>
      <p:nvGrpSpPr>
        <p:cNvPr id="1" name=""/>
        <p:cNvGrpSpPr/>
        <p:nvPr/>
      </p:nvGrpSpPr>
      <p:grpSpPr>
        <a:xfrm>
          <a:off x="0" y="0"/>
          <a:ext cx="0" cy="0"/>
          <a:chOff x="0" y="0"/>
          <a:chExt cx="0" cy="0"/>
        </a:xfrm>
      </p:grpSpPr>
      <p:sp>
        <p:nvSpPr>
          <p:cNvPr id="2" name="Title"/>
          <p:cNvSpPr/>
          <p:nvPr>
            <p:ph idx="100" type="title" hasCustomPrompt="1"/>
          </p:nvPr>
        </p:nvSpPr>
        <p:spPr>
          <a:xfrm>
            <a:off x="685800" y="548640"/>
            <a:ext cx="10789920" cy="822960"/>
          </a:xfrm>
          <a:prstGeom prst="rect">
            <a:avLst/>
          </a:prstGeom>
          <a:noFill/>
          <a:ln/>
        </p:spPr>
        <p:txBody>
          <a:bodyPr wrap="square" rtlCol="0"/>
          <a:lstStyle>
            <a:lvl1pPr algn="l" indent="0" marL="0">
              <a:buNone/>
              <a:defRPr lang="en-US" sz="4000" b="1" dirty="0">
                <a:solidFill>
                  <a:schemeClr val="tx1"/>
                </a:solidFill>
                <a:latin typeface="Space Grotesk" pitchFamily="34" charset="0"/>
                <a:ea typeface="Space Grotesk" pitchFamily="34" charset="-122"/>
                <a:cs typeface="Space Grotesk" pitchFamily="34" charset="-120"/>
              </a:defRPr>
            </a:lvl1pPr>
          </a:lstStyle>
          <a:p>
            <a:pPr algn="l" indent="0" marL="0">
              <a:buNone/>
            </a:pPr>
            <a:r>
              <a:rPr lang="en-US" sz="4000" b="1" dirty="0">
                <a:solidFill>
                  <a:schemeClr val="tx1"/>
                </a:solidFill>
                <a:latin typeface="Space Grotesk" pitchFamily="34" charset="0"/>
                <a:ea typeface="Space Grotesk" pitchFamily="34" charset="-122"/>
                <a:cs typeface="Space Grotesk" pitchFamily="34" charset="-120"/>
              </a:rPr>
              <a:t>Slide heading</a:t>
            </a:r>
            <a:endParaRPr lang="en-US" sz="4000" dirty="0"/>
          </a:p>
        </p:txBody>
      </p:sp>
      <p:sp>
        <p:nvSpPr>
          <p:cNvPr id="3" name="Left label"/>
          <p:cNvSpPr/>
          <p:nvPr>
            <p:ph idx="101" type="body" hasCustomPrompt="1"/>
          </p:nvPr>
        </p:nvSpPr>
        <p:spPr>
          <a:xfrm>
            <a:off x="685800" y="1691640"/>
            <a:ext cx="5158588" cy="365760"/>
          </a:xfrm>
          <a:prstGeom prst="rect">
            <a:avLst/>
          </a:prstGeom>
          <a:noFill/>
          <a:ln/>
        </p:spPr>
        <p:txBody>
          <a:bodyPr wrap="square" rtlCol="0"/>
          <a:lstStyle>
            <a:lvl1pPr algn="l" indent="0" marL="0">
              <a:buNone/>
              <a:defRPr lang="en-US" sz="1600" b="1" spc="200" kern="0" dirty="0">
                <a:solidFill>
                  <a:schemeClr val="tx1"/>
                </a:solidFill>
                <a:latin typeface="IBM Plex Mono" pitchFamily="34" charset="0"/>
                <a:ea typeface="IBM Plex Mono" pitchFamily="34" charset="-122"/>
                <a:cs typeface="IBM Plex Mono" pitchFamily="34" charset="-120"/>
              </a:defRPr>
            </a:lvl1pPr>
          </a:lstStyle>
          <a:p>
            <a:pPr algn="l" indent="0" marL="0">
              <a:buNone/>
            </a:pPr>
            <a:r>
              <a:rPr lang="en-US" sz="1600" b="1" spc="200" kern="0" dirty="0">
                <a:solidFill>
                  <a:schemeClr val="tx1"/>
                </a:solidFill>
                <a:latin typeface="IBM Plex Mono" pitchFamily="34" charset="0"/>
                <a:ea typeface="IBM Plex Mono" pitchFamily="34" charset="-122"/>
                <a:cs typeface="IBM Plex Mono" pitchFamily="34" charset="-120"/>
              </a:rPr>
              <a:t>OPTION A</a:t>
            </a:r>
            <a:endParaRPr lang="en-US" sz="1600" dirty="0"/>
          </a:p>
        </p:txBody>
      </p:sp>
      <p:sp>
        <p:nvSpPr>
          <p:cNvPr id="4" name="Rule"/>
          <p:cNvSpPr/>
          <p:nvPr/>
        </p:nvSpPr>
        <p:spPr>
          <a:xfrm>
            <a:off x="685800" y="2148840"/>
            <a:ext cx="5158588" cy="0"/>
          </a:xfrm>
          <a:prstGeom prst="line">
            <a:avLst/>
          </a:prstGeom>
          <a:noFill/>
          <a:ln w="12700">
            <a:solidFill>
              <a:srgbClr val="DCD5C6"/>
            </a:solidFill>
            <a:prstDash val="solid"/>
          </a:ln>
        </p:spPr>
      </p:sp>
      <p:sp>
        <p:nvSpPr>
          <p:cNvPr id="5" name="Left column"/>
          <p:cNvSpPr/>
          <p:nvPr>
            <p:ph idx="103" type="body" hasCustomPrompt="1"/>
          </p:nvPr>
        </p:nvSpPr>
        <p:spPr>
          <a:xfrm>
            <a:off x="685800" y="2331720"/>
            <a:ext cx="5158588" cy="3429000"/>
          </a:xfrm>
          <a:prstGeom prst="rect">
            <a:avLst/>
          </a:prstGeom>
          <a:noFill/>
          <a:ln/>
        </p:spPr>
        <p:txBody>
          <a:bodyPr wrap="square" rtlCol="0"/>
          <a:lstStyle>
            <a:lvl1pPr algn="l" indent="0" marL="0">
              <a:spcAft>
                <a:spcPts val="1000"/>
              </a:spcAft>
              <a:buNone/>
              <a:defRPr lang="en-US" sz="2400" dirty="0">
                <a:solidFill>
                  <a:schemeClr val="tx1"/>
                </a:solidFill>
                <a:latin typeface="Space Grotesk" pitchFamily="34" charset="0"/>
                <a:ea typeface="Space Grotesk" pitchFamily="34" charset="-122"/>
                <a:cs typeface="Space Grotesk" pitchFamily="34" charset="-120"/>
              </a:defRPr>
            </a:lvl1pPr>
          </a:lstStyle>
          <a:p>
            <a:pPr algn="l" indent="0" marL="0">
              <a:spcAft>
                <a:spcPts val="1000"/>
              </a:spcAft>
              <a:buNone/>
            </a:pPr>
            <a:r>
              <a:rPr lang="en-US" sz="2400" dirty="0">
                <a:solidFill>
                  <a:schemeClr val="tx1"/>
                </a:solidFill>
                <a:latin typeface="Space Grotesk" pitchFamily="34" charset="0"/>
                <a:ea typeface="Space Grotesk" pitchFamily="34" charset="-122"/>
                <a:cs typeface="Space Grotesk" pitchFamily="34" charset="-120"/>
              </a:rPr>
              <a:t>Left column</a:t>
            </a:r>
            <a:endParaRPr lang="en-US" sz="2400" dirty="0"/>
          </a:p>
        </p:txBody>
      </p:sp>
      <p:sp>
        <p:nvSpPr>
          <p:cNvPr id="6" name="Right label"/>
          <p:cNvSpPr/>
          <p:nvPr>
            <p:ph idx="104" type="body" hasCustomPrompt="1"/>
          </p:nvPr>
        </p:nvSpPr>
        <p:spPr>
          <a:xfrm>
            <a:off x="6347308" y="1691640"/>
            <a:ext cx="5158588" cy="365760"/>
          </a:xfrm>
          <a:prstGeom prst="rect">
            <a:avLst/>
          </a:prstGeom>
          <a:noFill/>
          <a:ln/>
        </p:spPr>
        <p:txBody>
          <a:bodyPr wrap="square" rtlCol="0"/>
          <a:lstStyle>
            <a:lvl1pPr algn="l" indent="0" marL="0">
              <a:buNone/>
              <a:defRPr lang="en-US" sz="1600" b="1" spc="200" kern="0" dirty="0">
                <a:solidFill>
                  <a:schemeClr val="tx1"/>
                </a:solidFill>
                <a:latin typeface="IBM Plex Mono" pitchFamily="34" charset="0"/>
                <a:ea typeface="IBM Plex Mono" pitchFamily="34" charset="-122"/>
                <a:cs typeface="IBM Plex Mono" pitchFamily="34" charset="-120"/>
              </a:defRPr>
            </a:lvl1pPr>
          </a:lstStyle>
          <a:p>
            <a:pPr algn="l" indent="0" marL="0">
              <a:buNone/>
            </a:pPr>
            <a:r>
              <a:rPr lang="en-US" sz="1600" b="1" spc="200" kern="0" dirty="0">
                <a:solidFill>
                  <a:schemeClr val="tx1"/>
                </a:solidFill>
                <a:latin typeface="IBM Plex Mono" pitchFamily="34" charset="0"/>
                <a:ea typeface="IBM Plex Mono" pitchFamily="34" charset="-122"/>
                <a:cs typeface="IBM Plex Mono" pitchFamily="34" charset="-120"/>
              </a:rPr>
              <a:t>OPTION B</a:t>
            </a:r>
            <a:endParaRPr lang="en-US" sz="1600" dirty="0"/>
          </a:p>
        </p:txBody>
      </p:sp>
      <p:sp>
        <p:nvSpPr>
          <p:cNvPr id="7" name="Rule"/>
          <p:cNvSpPr/>
          <p:nvPr/>
        </p:nvSpPr>
        <p:spPr>
          <a:xfrm>
            <a:off x="6347308" y="2148840"/>
            <a:ext cx="5158588" cy="0"/>
          </a:xfrm>
          <a:prstGeom prst="line">
            <a:avLst/>
          </a:prstGeom>
          <a:noFill/>
          <a:ln w="12700">
            <a:solidFill>
              <a:srgbClr val="DCD5C6"/>
            </a:solidFill>
            <a:prstDash val="solid"/>
          </a:ln>
        </p:spPr>
      </p:sp>
      <p:sp>
        <p:nvSpPr>
          <p:cNvPr id="8" name="Right column"/>
          <p:cNvSpPr/>
          <p:nvPr>
            <p:ph idx="106" type="body" hasCustomPrompt="1"/>
          </p:nvPr>
        </p:nvSpPr>
        <p:spPr>
          <a:xfrm>
            <a:off x="6347308" y="2331720"/>
            <a:ext cx="5158588" cy="3429000"/>
          </a:xfrm>
          <a:prstGeom prst="rect">
            <a:avLst/>
          </a:prstGeom>
          <a:noFill/>
          <a:ln/>
        </p:spPr>
        <p:txBody>
          <a:bodyPr wrap="square" rtlCol="0"/>
          <a:lstStyle>
            <a:lvl1pPr algn="l" indent="0" marL="0">
              <a:spcAft>
                <a:spcPts val="1000"/>
              </a:spcAft>
              <a:buNone/>
              <a:defRPr lang="en-US" sz="2400" dirty="0">
                <a:solidFill>
                  <a:schemeClr val="tx1"/>
                </a:solidFill>
                <a:latin typeface="Space Grotesk" pitchFamily="34" charset="0"/>
                <a:ea typeface="Space Grotesk" pitchFamily="34" charset="-122"/>
                <a:cs typeface="Space Grotesk" pitchFamily="34" charset="-120"/>
              </a:defRPr>
            </a:lvl1pPr>
          </a:lstStyle>
          <a:p>
            <a:pPr algn="l" indent="0" marL="0">
              <a:spcAft>
                <a:spcPts val="1000"/>
              </a:spcAft>
              <a:buNone/>
            </a:pPr>
            <a:r>
              <a:rPr lang="en-US" sz="2400" dirty="0">
                <a:solidFill>
                  <a:schemeClr val="tx1"/>
                </a:solidFill>
                <a:latin typeface="Space Grotesk" pitchFamily="34" charset="0"/>
                <a:ea typeface="Space Grotesk" pitchFamily="34" charset="-122"/>
                <a:cs typeface="Space Grotesk" pitchFamily="34" charset="-120"/>
              </a:rPr>
              <a:t>Right column</a:t>
            </a:r>
            <a:endParaRPr lang="en-US" sz="2400" dirty="0"/>
          </a:p>
        </p:txBody>
      </p:sp>
      <p:pic>
        <p:nvPicPr>
          <p:cNvPr id="9" name="Slabs logo" descr="Slabs">    </p:cNvPr>
          <p:cNvPicPr>
            <a:picLocks noChangeAspect="1"/>
          </p:cNvPicPr>
          <p:nvPr/>
        </p:nvPicPr>
        <p:blipFill>
          <a:blip r:embed="rId1"/>
          <a:stretch>
            <a:fillRect/>
          </a:stretch>
        </p:blipFill>
        <p:spPr>
          <a:xfrm>
            <a:off x="685800" y="6144768"/>
            <a:ext cx="249631" cy="274320"/>
          </a:xfrm>
          <a:prstGeom prst="rect">
            <a:avLst/>
          </a:prstGeom>
        </p:spPr>
      </p:pic>
      <p:sp>
        <p:nvSpPr>
          <p:cNvPr id="25" name="Slide number"/>
          <p:cNvSpPr>
            <a:spLocks noGrp="1"/>
          </p:cNvSpPr>
          <p:nvPr>
            <p:ph type="sldNum" sz="quarter" idx="4294967295"/>
          </p:nvPr>
        </p:nvSpPr>
        <p:spPr>
          <a:xfrm>
            <a:off x="10591495" y="6126480"/>
            <a:ext cx="91440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E5B56"/>
                </a:solidFill>
                <a:latin typeface="IBM Plex Mono"/>
                <a:ea typeface="IBM Plex Mono"/>
                <a:cs typeface="IBM Plex Mono"/>
              </a:defRPr>
            </a:lvl1pPr>
          </a:lstStyle>
          <a:p>
            <a:pPr algn="r"/>
            <a:fld id="{F7021451-1387-4CA6-816F-3879F97B5CBC}" type="slidenum">
              <a:rPr b="0" lang="en-US"/>
              <a:t>1010</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abs Picture Right">
    <p:bg>
      <p:bgPr>
        <a:solidFill>
          <a:srgbClr val="F5F1E8"/>
        </a:solidFill>
      </p:bgPr>
    </p:bg>
    <p:spTree>
      <p:nvGrpSpPr>
        <p:cNvPr id="1" name=""/>
        <p:cNvGrpSpPr/>
        <p:nvPr/>
      </p:nvGrpSpPr>
      <p:grpSpPr>
        <a:xfrm>
          <a:off x="0" y="0"/>
          <a:ext cx="0" cy="0"/>
          <a:chOff x="0" y="0"/>
          <a:chExt cx="0" cy="0"/>
        </a:xfrm>
      </p:grpSpPr>
      <p:sp>
        <p:nvSpPr>
          <p:cNvPr id="2" name="Title"/>
          <p:cNvSpPr/>
          <p:nvPr>
            <p:ph idx="100" type="title" hasCustomPrompt="1"/>
          </p:nvPr>
        </p:nvSpPr>
        <p:spPr>
          <a:xfrm>
            <a:off x="685800" y="548640"/>
            <a:ext cx="10789920" cy="822960"/>
          </a:xfrm>
          <a:prstGeom prst="rect">
            <a:avLst/>
          </a:prstGeom>
          <a:noFill/>
          <a:ln/>
        </p:spPr>
        <p:txBody>
          <a:bodyPr wrap="square" rtlCol="0"/>
          <a:lstStyle>
            <a:lvl1pPr algn="l" indent="0" marL="0">
              <a:buNone/>
              <a:defRPr lang="en-US" sz="4000" b="1" dirty="0">
                <a:solidFill>
                  <a:schemeClr val="tx1"/>
                </a:solidFill>
                <a:latin typeface="Space Grotesk" pitchFamily="34" charset="0"/>
                <a:ea typeface="Space Grotesk" pitchFamily="34" charset="-122"/>
                <a:cs typeface="Space Grotesk" pitchFamily="34" charset="-120"/>
              </a:defRPr>
            </a:lvl1pPr>
          </a:lstStyle>
          <a:p>
            <a:pPr algn="l" indent="0" marL="0">
              <a:buNone/>
            </a:pPr>
            <a:r>
              <a:rPr lang="en-US" sz="4000" b="1" dirty="0">
                <a:solidFill>
                  <a:schemeClr val="tx1"/>
                </a:solidFill>
                <a:latin typeface="Space Grotesk" pitchFamily="34" charset="0"/>
                <a:ea typeface="Space Grotesk" pitchFamily="34" charset="-122"/>
                <a:cs typeface="Space Grotesk" pitchFamily="34" charset="-120"/>
              </a:rPr>
              <a:t>Slide heading</a:t>
            </a:r>
            <a:endParaRPr lang="en-US" sz="4000" dirty="0"/>
          </a:p>
        </p:txBody>
      </p:sp>
      <p:sp>
        <p:nvSpPr>
          <p:cNvPr id="3" name="Text"/>
          <p:cNvSpPr/>
          <p:nvPr>
            <p:ph idx="101" type="body" hasCustomPrompt="1"/>
          </p:nvPr>
        </p:nvSpPr>
        <p:spPr>
          <a:xfrm>
            <a:off x="685800" y="1691640"/>
            <a:ext cx="5158588" cy="4069080"/>
          </a:xfrm>
          <a:prstGeom prst="rect">
            <a:avLst/>
          </a:prstGeom>
          <a:noFill/>
          <a:ln/>
        </p:spPr>
        <p:txBody>
          <a:bodyPr wrap="square" rtlCol="0"/>
          <a:lstStyle>
            <a:lvl1pPr algn="l" indent="0" marL="0">
              <a:spcAft>
                <a:spcPts val="1000"/>
              </a:spcAft>
              <a:buNone/>
              <a:defRPr lang="en-US" sz="2400" dirty="0">
                <a:solidFill>
                  <a:schemeClr val="tx1"/>
                </a:solidFill>
                <a:latin typeface="Space Grotesk" pitchFamily="34" charset="0"/>
                <a:ea typeface="Space Grotesk" pitchFamily="34" charset="-122"/>
                <a:cs typeface="Space Grotesk" pitchFamily="34" charset="-120"/>
              </a:defRPr>
            </a:lvl1pPr>
          </a:lstStyle>
          <a:p>
            <a:pPr algn="l" indent="0" marL="0">
              <a:spcAft>
                <a:spcPts val="1000"/>
              </a:spcAft>
              <a:buNone/>
            </a:pPr>
            <a:r>
              <a:rPr lang="en-US" sz="2400" dirty="0">
                <a:solidFill>
                  <a:schemeClr val="tx1"/>
                </a:solidFill>
                <a:latin typeface="Space Grotesk" pitchFamily="34" charset="0"/>
                <a:ea typeface="Space Grotesk" pitchFamily="34" charset="-122"/>
                <a:cs typeface="Space Grotesk" pitchFamily="34" charset="-120"/>
              </a:rPr>
              <a:t>Text</a:t>
            </a:r>
            <a:endParaRPr lang="en-US" sz="2400" dirty="0"/>
          </a:p>
        </p:txBody>
      </p:sp>
      <p:sp>
        <p:nvSpPr>
          <p:cNvPr id="4" name="Picture"/>
          <p:cNvSpPr/>
          <p:nvPr>
            <p:ph type="pic" idx="102" hasCustomPrompt="1"/>
          </p:nvPr>
        </p:nvSpPr>
        <p:spPr>
          <a:xfrm>
            <a:off x="6347308" y="1691640"/>
            <a:ext cx="5158588" cy="4069080"/>
          </a:xfrm>
          <a:prstGeom prst="rect">
            <a:avLst/>
          </a:prstGeom>
          <a:noFill/>
          <a:ln/>
        </p:spPr>
        <p:txBody>
          <a:bodyPr wrap="square" rtlCol="0"/>
          <a:lstStyle>
            <a:lvl1pPr algn="l" indent="0" marL="0">
              <a:buNone/>
              <a:defRPr lang="en-US" sz="1400" dirty="0">
                <a:solidFill>
                  <a:schemeClr val="tx2"/>
                </a:solidFill>
                <a:latin typeface="Space Grotesk" pitchFamily="34" charset="0"/>
                <a:ea typeface="Space Grotesk" pitchFamily="34" charset="-122"/>
                <a:cs typeface="Space Grotesk" pitchFamily="34" charset="-120"/>
              </a:defRPr>
            </a:lvl1pPr>
          </a:lstStyle>
          <a:p>
            <a:pPr algn="l" indent="0" marL="0">
              <a:buNone/>
            </a:pPr>
            <a:r>
              <a:rPr lang="en-US" sz="1400" dirty="0">
                <a:solidFill>
                  <a:schemeClr val="tx2"/>
                </a:solidFill>
                <a:latin typeface="Space Grotesk" pitchFamily="34" charset="0"/>
                <a:ea typeface="Space Grotesk" pitchFamily="34" charset="-122"/>
                <a:cs typeface="Space Grotesk" pitchFamily="34" charset="-120"/>
              </a:rPr>
              <a:t>Picture</a:t>
            </a:r>
            <a:endParaRPr lang="en-US" sz="1400" dirty="0"/>
          </a:p>
        </p:txBody>
      </p:sp>
      <p:pic>
        <p:nvPicPr>
          <p:cNvPr id="5" name="Slabs logo" descr="Slabs">    </p:cNvPr>
          <p:cNvPicPr>
            <a:picLocks noChangeAspect="1"/>
          </p:cNvPicPr>
          <p:nvPr/>
        </p:nvPicPr>
        <p:blipFill>
          <a:blip r:embed="rId1"/>
          <a:stretch>
            <a:fillRect/>
          </a:stretch>
        </p:blipFill>
        <p:spPr>
          <a:xfrm>
            <a:off x="685800" y="6144768"/>
            <a:ext cx="249631" cy="274320"/>
          </a:xfrm>
          <a:prstGeom prst="rect">
            <a:avLst/>
          </a:prstGeom>
        </p:spPr>
      </p:pic>
      <p:sp>
        <p:nvSpPr>
          <p:cNvPr id="25" name="Slide number"/>
          <p:cNvSpPr>
            <a:spLocks noGrp="1"/>
          </p:cNvSpPr>
          <p:nvPr>
            <p:ph type="sldNum" sz="quarter" idx="4294967295"/>
          </p:nvPr>
        </p:nvSpPr>
        <p:spPr>
          <a:xfrm>
            <a:off x="10591495" y="6126480"/>
            <a:ext cx="91440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E5B56"/>
                </a:solidFill>
                <a:latin typeface="IBM Plex Mono"/>
                <a:ea typeface="IBM Plex Mono"/>
                <a:cs typeface="IBM Plex Mono"/>
              </a:defRPr>
            </a:lvl1pPr>
          </a:lstStyle>
          <a:p>
            <a:pPr algn="r"/>
            <a:fld id="{F7021451-1387-4CA6-816F-3879F97B5CBC}" type="slidenum">
              <a:rPr b="0" lang="en-US"/>
              <a:t>1011</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abs Picture Left">
    <p:bg>
      <p:bgPr>
        <a:solidFill>
          <a:srgbClr val="F5F1E8"/>
        </a:solidFill>
      </p:bgPr>
    </p:bg>
    <p:spTree>
      <p:nvGrpSpPr>
        <p:cNvPr id="1" name=""/>
        <p:cNvGrpSpPr/>
        <p:nvPr/>
      </p:nvGrpSpPr>
      <p:grpSpPr>
        <a:xfrm>
          <a:off x="0" y="0"/>
          <a:ext cx="0" cy="0"/>
          <a:chOff x="0" y="0"/>
          <a:chExt cx="0" cy="0"/>
        </a:xfrm>
      </p:grpSpPr>
      <p:sp>
        <p:nvSpPr>
          <p:cNvPr id="2" name="Title"/>
          <p:cNvSpPr/>
          <p:nvPr>
            <p:ph idx="100" type="title" hasCustomPrompt="1"/>
          </p:nvPr>
        </p:nvSpPr>
        <p:spPr>
          <a:xfrm>
            <a:off x="685800" y="548640"/>
            <a:ext cx="10789920" cy="822960"/>
          </a:xfrm>
          <a:prstGeom prst="rect">
            <a:avLst/>
          </a:prstGeom>
          <a:noFill/>
          <a:ln/>
        </p:spPr>
        <p:txBody>
          <a:bodyPr wrap="square" rtlCol="0"/>
          <a:lstStyle>
            <a:lvl1pPr algn="l" indent="0" marL="0">
              <a:buNone/>
              <a:defRPr lang="en-US" sz="4000" b="1" dirty="0">
                <a:solidFill>
                  <a:schemeClr val="tx1"/>
                </a:solidFill>
                <a:latin typeface="Space Grotesk" pitchFamily="34" charset="0"/>
                <a:ea typeface="Space Grotesk" pitchFamily="34" charset="-122"/>
                <a:cs typeface="Space Grotesk" pitchFamily="34" charset="-120"/>
              </a:defRPr>
            </a:lvl1pPr>
          </a:lstStyle>
          <a:p>
            <a:pPr algn="l" indent="0" marL="0">
              <a:buNone/>
            </a:pPr>
            <a:r>
              <a:rPr lang="en-US" sz="4000" b="1" dirty="0">
                <a:solidFill>
                  <a:schemeClr val="tx1"/>
                </a:solidFill>
                <a:latin typeface="Space Grotesk" pitchFamily="34" charset="0"/>
                <a:ea typeface="Space Grotesk" pitchFamily="34" charset="-122"/>
                <a:cs typeface="Space Grotesk" pitchFamily="34" charset="-120"/>
              </a:rPr>
              <a:t>Slide heading</a:t>
            </a:r>
            <a:endParaRPr lang="en-US" sz="4000" dirty="0"/>
          </a:p>
        </p:txBody>
      </p:sp>
      <p:sp>
        <p:nvSpPr>
          <p:cNvPr id="3" name="Picture"/>
          <p:cNvSpPr/>
          <p:nvPr>
            <p:ph type="pic" idx="101" hasCustomPrompt="1"/>
          </p:nvPr>
        </p:nvSpPr>
        <p:spPr>
          <a:xfrm>
            <a:off x="685800" y="1691640"/>
            <a:ext cx="5158588" cy="4069080"/>
          </a:xfrm>
          <a:prstGeom prst="rect">
            <a:avLst/>
          </a:prstGeom>
          <a:noFill/>
          <a:ln/>
        </p:spPr>
        <p:txBody>
          <a:bodyPr wrap="square" rtlCol="0"/>
          <a:lstStyle>
            <a:lvl1pPr algn="l" indent="0" marL="0">
              <a:buNone/>
              <a:defRPr lang="en-US" sz="1400" dirty="0">
                <a:solidFill>
                  <a:schemeClr val="tx2"/>
                </a:solidFill>
                <a:latin typeface="Space Grotesk" pitchFamily="34" charset="0"/>
                <a:ea typeface="Space Grotesk" pitchFamily="34" charset="-122"/>
                <a:cs typeface="Space Grotesk" pitchFamily="34" charset="-120"/>
              </a:defRPr>
            </a:lvl1pPr>
          </a:lstStyle>
          <a:p>
            <a:pPr algn="l" indent="0" marL="0">
              <a:buNone/>
            </a:pPr>
            <a:r>
              <a:rPr lang="en-US" sz="1400" dirty="0">
                <a:solidFill>
                  <a:schemeClr val="tx2"/>
                </a:solidFill>
                <a:latin typeface="Space Grotesk" pitchFamily="34" charset="0"/>
                <a:ea typeface="Space Grotesk" pitchFamily="34" charset="-122"/>
                <a:cs typeface="Space Grotesk" pitchFamily="34" charset="-120"/>
              </a:rPr>
              <a:t>Picture</a:t>
            </a:r>
            <a:endParaRPr lang="en-US" sz="1400" dirty="0"/>
          </a:p>
        </p:txBody>
      </p:sp>
      <p:sp>
        <p:nvSpPr>
          <p:cNvPr id="4" name="Text"/>
          <p:cNvSpPr/>
          <p:nvPr>
            <p:ph idx="102" type="body" hasCustomPrompt="1"/>
          </p:nvPr>
        </p:nvSpPr>
        <p:spPr>
          <a:xfrm>
            <a:off x="6347308" y="1691640"/>
            <a:ext cx="5158588" cy="4069080"/>
          </a:xfrm>
          <a:prstGeom prst="rect">
            <a:avLst/>
          </a:prstGeom>
          <a:noFill/>
          <a:ln/>
        </p:spPr>
        <p:txBody>
          <a:bodyPr wrap="square" rtlCol="0"/>
          <a:lstStyle>
            <a:lvl1pPr algn="l" indent="0" marL="0">
              <a:spcAft>
                <a:spcPts val="1000"/>
              </a:spcAft>
              <a:buNone/>
              <a:defRPr lang="en-US" sz="2400" dirty="0">
                <a:solidFill>
                  <a:schemeClr val="tx1"/>
                </a:solidFill>
                <a:latin typeface="Space Grotesk" pitchFamily="34" charset="0"/>
                <a:ea typeface="Space Grotesk" pitchFamily="34" charset="-122"/>
                <a:cs typeface="Space Grotesk" pitchFamily="34" charset="-120"/>
              </a:defRPr>
            </a:lvl1pPr>
          </a:lstStyle>
          <a:p>
            <a:pPr algn="l" indent="0" marL="0">
              <a:spcAft>
                <a:spcPts val="1000"/>
              </a:spcAft>
              <a:buNone/>
            </a:pPr>
            <a:r>
              <a:rPr lang="en-US" sz="2400" dirty="0">
                <a:solidFill>
                  <a:schemeClr val="tx1"/>
                </a:solidFill>
                <a:latin typeface="Space Grotesk" pitchFamily="34" charset="0"/>
                <a:ea typeface="Space Grotesk" pitchFamily="34" charset="-122"/>
                <a:cs typeface="Space Grotesk" pitchFamily="34" charset="-120"/>
              </a:rPr>
              <a:t>Text</a:t>
            </a:r>
            <a:endParaRPr lang="en-US" sz="2400" dirty="0"/>
          </a:p>
        </p:txBody>
      </p:sp>
      <p:pic>
        <p:nvPicPr>
          <p:cNvPr id="5" name="Slabs logo" descr="Slabs">    </p:cNvPr>
          <p:cNvPicPr>
            <a:picLocks noChangeAspect="1"/>
          </p:cNvPicPr>
          <p:nvPr/>
        </p:nvPicPr>
        <p:blipFill>
          <a:blip r:embed="rId1"/>
          <a:stretch>
            <a:fillRect/>
          </a:stretch>
        </p:blipFill>
        <p:spPr>
          <a:xfrm>
            <a:off x="685800" y="6144768"/>
            <a:ext cx="249631" cy="274320"/>
          </a:xfrm>
          <a:prstGeom prst="rect">
            <a:avLst/>
          </a:prstGeom>
        </p:spPr>
      </p:pic>
      <p:sp>
        <p:nvSpPr>
          <p:cNvPr id="25" name="Slide number"/>
          <p:cNvSpPr>
            <a:spLocks noGrp="1"/>
          </p:cNvSpPr>
          <p:nvPr>
            <p:ph type="sldNum" sz="quarter" idx="4294967295"/>
          </p:nvPr>
        </p:nvSpPr>
        <p:spPr>
          <a:xfrm>
            <a:off x="10591495" y="6126480"/>
            <a:ext cx="91440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E5B56"/>
                </a:solidFill>
                <a:latin typeface="IBM Plex Mono"/>
                <a:ea typeface="IBM Plex Mono"/>
                <a:cs typeface="IBM Plex Mono"/>
              </a:defRPr>
            </a:lvl1pPr>
          </a:lstStyle>
          <a:p>
            <a:pPr algn="r"/>
            <a:fld id="{F7021451-1387-4CA6-816F-3879F97B5CBC}" type="slidenum">
              <a:rPr b="0" lang="en-US"/>
              <a:t>1012</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abs Picture Half">
    <p:bg>
      <p:bgPr>
        <a:solidFill>
          <a:srgbClr val="F5F1E8"/>
        </a:solidFill>
      </p:bgPr>
    </p:bg>
    <p:spTree>
      <p:nvGrpSpPr>
        <p:cNvPr id="1" name=""/>
        <p:cNvGrpSpPr/>
        <p:nvPr/>
      </p:nvGrpSpPr>
      <p:grpSpPr>
        <a:xfrm>
          <a:off x="0" y="0"/>
          <a:ext cx="0" cy="0"/>
          <a:chOff x="0" y="0"/>
          <a:chExt cx="0" cy="0"/>
        </a:xfrm>
      </p:grpSpPr>
      <p:sp>
        <p:nvSpPr>
          <p:cNvPr id="2" name="Title"/>
          <p:cNvSpPr/>
          <p:nvPr>
            <p:ph idx="100" type="title" hasCustomPrompt="1"/>
          </p:nvPr>
        </p:nvSpPr>
        <p:spPr>
          <a:xfrm>
            <a:off x="685800" y="548640"/>
            <a:ext cx="4952848" cy="822960"/>
          </a:xfrm>
          <a:prstGeom prst="rect">
            <a:avLst/>
          </a:prstGeom>
          <a:noFill/>
          <a:ln/>
        </p:spPr>
        <p:txBody>
          <a:bodyPr wrap="square" rtlCol="0"/>
          <a:lstStyle>
            <a:lvl1pPr algn="l" indent="0" marL="0">
              <a:buNone/>
              <a:defRPr lang="en-US" sz="4000" b="1" dirty="0">
                <a:solidFill>
                  <a:schemeClr val="tx1"/>
                </a:solidFill>
                <a:latin typeface="Space Grotesk" pitchFamily="34" charset="0"/>
                <a:ea typeface="Space Grotesk" pitchFamily="34" charset="-122"/>
                <a:cs typeface="Space Grotesk" pitchFamily="34" charset="-120"/>
              </a:defRPr>
            </a:lvl1pPr>
          </a:lstStyle>
          <a:p>
            <a:pPr algn="l" indent="0" marL="0">
              <a:buNone/>
            </a:pPr>
            <a:r>
              <a:rPr lang="en-US" sz="4000" b="1" dirty="0">
                <a:solidFill>
                  <a:schemeClr val="tx1"/>
                </a:solidFill>
                <a:latin typeface="Space Grotesk" pitchFamily="34" charset="0"/>
                <a:ea typeface="Space Grotesk" pitchFamily="34" charset="-122"/>
                <a:cs typeface="Space Grotesk" pitchFamily="34" charset="-120"/>
              </a:rPr>
              <a:t>Slide heading</a:t>
            </a:r>
            <a:endParaRPr lang="en-US" sz="4000" dirty="0"/>
          </a:p>
        </p:txBody>
      </p:sp>
      <p:sp>
        <p:nvSpPr>
          <p:cNvPr id="3" name="Text"/>
          <p:cNvSpPr/>
          <p:nvPr>
            <p:ph idx="101" type="body" hasCustomPrompt="1"/>
          </p:nvPr>
        </p:nvSpPr>
        <p:spPr>
          <a:xfrm>
            <a:off x="685800" y="1691640"/>
            <a:ext cx="4952848" cy="4069080"/>
          </a:xfrm>
          <a:prstGeom prst="rect">
            <a:avLst/>
          </a:prstGeom>
          <a:noFill/>
          <a:ln/>
        </p:spPr>
        <p:txBody>
          <a:bodyPr wrap="square" rtlCol="0"/>
          <a:lstStyle>
            <a:lvl1pPr algn="l" indent="0" marL="0">
              <a:spcAft>
                <a:spcPts val="1000"/>
              </a:spcAft>
              <a:buNone/>
              <a:defRPr lang="en-US" sz="2400" dirty="0">
                <a:solidFill>
                  <a:schemeClr val="tx1"/>
                </a:solidFill>
                <a:latin typeface="Space Grotesk" pitchFamily="34" charset="0"/>
                <a:ea typeface="Space Grotesk" pitchFamily="34" charset="-122"/>
                <a:cs typeface="Space Grotesk" pitchFamily="34" charset="-120"/>
              </a:defRPr>
            </a:lvl1pPr>
          </a:lstStyle>
          <a:p>
            <a:pPr algn="l" indent="0" marL="0">
              <a:spcAft>
                <a:spcPts val="1000"/>
              </a:spcAft>
              <a:buNone/>
            </a:pPr>
            <a:r>
              <a:rPr lang="en-US" sz="2400" dirty="0">
                <a:solidFill>
                  <a:schemeClr val="tx1"/>
                </a:solidFill>
                <a:latin typeface="Space Grotesk" pitchFamily="34" charset="0"/>
                <a:ea typeface="Space Grotesk" pitchFamily="34" charset="-122"/>
                <a:cs typeface="Space Grotesk" pitchFamily="34" charset="-120"/>
              </a:rPr>
              <a:t>Text</a:t>
            </a:r>
            <a:endParaRPr lang="en-US" sz="2400" dirty="0"/>
          </a:p>
        </p:txBody>
      </p:sp>
      <p:sp>
        <p:nvSpPr>
          <p:cNvPr id="4" name="Picture"/>
          <p:cNvSpPr/>
          <p:nvPr>
            <p:ph type="pic" idx="102" hasCustomPrompt="1"/>
          </p:nvPr>
        </p:nvSpPr>
        <p:spPr>
          <a:xfrm>
            <a:off x="6095848" y="0"/>
            <a:ext cx="6095848" cy="6858000"/>
          </a:xfrm>
          <a:prstGeom prst="rect">
            <a:avLst/>
          </a:prstGeom>
          <a:noFill/>
          <a:ln/>
        </p:spPr>
        <p:txBody>
          <a:bodyPr wrap="square" rtlCol="0"/>
          <a:lstStyle>
            <a:lvl1pPr algn="l" indent="0" marL="0">
              <a:buNone/>
              <a:defRPr lang="en-US" sz="1400" dirty="0">
                <a:solidFill>
                  <a:schemeClr val="tx2"/>
                </a:solidFill>
                <a:latin typeface="Space Grotesk" pitchFamily="34" charset="0"/>
                <a:ea typeface="Space Grotesk" pitchFamily="34" charset="-122"/>
                <a:cs typeface="Space Grotesk" pitchFamily="34" charset="-120"/>
              </a:defRPr>
            </a:lvl1pPr>
          </a:lstStyle>
          <a:p>
            <a:pPr algn="l" indent="0" marL="0">
              <a:buNone/>
            </a:pPr>
            <a:r>
              <a:rPr lang="en-US" sz="1400" dirty="0">
                <a:solidFill>
                  <a:schemeClr val="tx2"/>
                </a:solidFill>
                <a:latin typeface="Space Grotesk" pitchFamily="34" charset="0"/>
                <a:ea typeface="Space Grotesk" pitchFamily="34" charset="-122"/>
                <a:cs typeface="Space Grotesk" pitchFamily="34" charset="-120"/>
              </a:rPr>
              <a:t>Picture</a:t>
            </a:r>
            <a:endParaRPr lang="en-US" sz="1400" dirty="0"/>
          </a:p>
        </p:txBody>
      </p:sp>
      <p:pic>
        <p:nvPicPr>
          <p:cNvPr id="5" name="Slabs logo" descr="Slabs">    </p:cNvPr>
          <p:cNvPicPr>
            <a:picLocks noChangeAspect="1"/>
          </p:cNvPicPr>
          <p:nvPr/>
        </p:nvPicPr>
        <p:blipFill>
          <a:blip r:embed="rId1"/>
          <a:stretch>
            <a:fillRect/>
          </a:stretch>
        </p:blipFill>
        <p:spPr>
          <a:xfrm>
            <a:off x="685800" y="6144768"/>
            <a:ext cx="249631" cy="274320"/>
          </a:xfrm>
          <a:prstGeom prst="rect">
            <a:avLst/>
          </a:prstGeom>
        </p:spPr>
      </p:pic>
      <p:sp>
        <p:nvSpPr>
          <p:cNvPr id="25" name="Slide number"/>
          <p:cNvSpPr>
            <a:spLocks noGrp="1"/>
          </p:cNvSpPr>
          <p:nvPr>
            <p:ph type="sldNum" sz="quarter" idx="4294967295"/>
          </p:nvPr>
        </p:nvSpPr>
        <p:spPr>
          <a:xfrm>
            <a:off x="4724248" y="6126480"/>
            <a:ext cx="91440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E5B56"/>
                </a:solidFill>
                <a:latin typeface="IBM Plex Mono"/>
                <a:ea typeface="IBM Plex Mono"/>
                <a:cs typeface="IBM Plex Mono"/>
              </a:defRPr>
            </a:lvl1pPr>
          </a:lstStyle>
          <a:p>
            <a:pPr algn="r"/>
            <a:fld id="{F7021451-1387-4CA6-816F-3879F97B5CBC}" type="slidenum">
              <a:rPr b="0" lang="en-US"/>
              <a:t>1013</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abs Code">
    <p:bg>
      <p:bgPr>
        <a:solidFill>
          <a:srgbClr val="F5F1E8"/>
        </a:solidFill>
      </p:bgPr>
    </p:bg>
    <p:spTree>
      <p:nvGrpSpPr>
        <p:cNvPr id="1" name=""/>
        <p:cNvGrpSpPr/>
        <p:nvPr/>
      </p:nvGrpSpPr>
      <p:grpSpPr>
        <a:xfrm>
          <a:off x="0" y="0"/>
          <a:ext cx="0" cy="0"/>
          <a:chOff x="0" y="0"/>
          <a:chExt cx="0" cy="0"/>
        </a:xfrm>
      </p:grpSpPr>
      <p:sp>
        <p:nvSpPr>
          <p:cNvPr id="2" name="Title"/>
          <p:cNvSpPr/>
          <p:nvPr>
            <p:ph idx="100" type="title" hasCustomPrompt="1"/>
          </p:nvPr>
        </p:nvSpPr>
        <p:spPr>
          <a:xfrm>
            <a:off x="685800" y="548640"/>
            <a:ext cx="10789920" cy="822960"/>
          </a:xfrm>
          <a:prstGeom prst="rect">
            <a:avLst/>
          </a:prstGeom>
          <a:noFill/>
          <a:ln/>
        </p:spPr>
        <p:txBody>
          <a:bodyPr wrap="square" rtlCol="0"/>
          <a:lstStyle>
            <a:lvl1pPr algn="l" indent="0" marL="0">
              <a:buNone/>
              <a:defRPr lang="en-US" sz="4000" b="1" dirty="0">
                <a:solidFill>
                  <a:schemeClr val="tx1"/>
                </a:solidFill>
                <a:latin typeface="Space Grotesk" pitchFamily="34" charset="0"/>
                <a:ea typeface="Space Grotesk" pitchFamily="34" charset="-122"/>
                <a:cs typeface="Space Grotesk" pitchFamily="34" charset="-120"/>
              </a:defRPr>
            </a:lvl1pPr>
          </a:lstStyle>
          <a:p>
            <a:pPr algn="l" indent="0" marL="0">
              <a:buNone/>
            </a:pPr>
            <a:r>
              <a:rPr lang="en-US" sz="4000" b="1" dirty="0">
                <a:solidFill>
                  <a:schemeClr val="tx1"/>
                </a:solidFill>
                <a:latin typeface="Space Grotesk" pitchFamily="34" charset="0"/>
                <a:ea typeface="Space Grotesk" pitchFamily="34" charset="-122"/>
                <a:cs typeface="Space Grotesk" pitchFamily="34" charset="-120"/>
              </a:rPr>
              <a:t>Slide heading</a:t>
            </a:r>
            <a:endParaRPr lang="en-US" sz="4000" dirty="0"/>
          </a:p>
        </p:txBody>
      </p:sp>
      <p:sp>
        <p:nvSpPr>
          <p:cNvPr id="3" name="Code panel"/>
          <p:cNvSpPr/>
          <p:nvPr/>
        </p:nvSpPr>
        <p:spPr>
          <a:xfrm>
            <a:off x="685800" y="1691640"/>
            <a:ext cx="10820095" cy="4069080"/>
          </a:xfrm>
          <a:prstGeom prst="rect">
            <a:avLst/>
          </a:prstGeom>
          <a:solidFill>
            <a:srgbClr val="ECE7DD"/>
          </a:solidFill>
          <a:ln w="12700">
            <a:solidFill>
              <a:srgbClr val="ECE7DD"/>
            </a:solidFill>
            <a:prstDash val="solid"/>
          </a:ln>
        </p:spPr>
      </p:sp>
      <p:sp>
        <p:nvSpPr>
          <p:cNvPr id="4" name="Code"/>
          <p:cNvSpPr/>
          <p:nvPr>
            <p:ph idx="102" type="body" hasCustomPrompt="1"/>
          </p:nvPr>
        </p:nvSpPr>
        <p:spPr>
          <a:xfrm>
            <a:off x="1005840" y="1965960"/>
            <a:ext cx="10180015" cy="3520440"/>
          </a:xfrm>
          <a:prstGeom prst="rect">
            <a:avLst/>
          </a:prstGeom>
          <a:noFill/>
          <a:ln/>
        </p:spPr>
        <p:txBody>
          <a:bodyPr wrap="square" rtlCol="0"/>
          <a:lstStyle>
            <a:lvl1pPr algn="l" indent="0" marL="0">
              <a:buNone/>
              <a:defRPr lang="en-US" sz="2400" dirty="0">
                <a:solidFill>
                  <a:schemeClr val="tx1"/>
                </a:solidFill>
                <a:latin typeface="IBM Plex Mono" pitchFamily="34" charset="0"/>
                <a:ea typeface="IBM Plex Mono" pitchFamily="34" charset="-122"/>
                <a:cs typeface="IBM Plex Mono" pitchFamily="34" charset="-120"/>
              </a:defRPr>
            </a:lvl1pPr>
          </a:lstStyle>
          <a:p>
            <a:pPr algn="l" indent="0" marL="0">
              <a:buNone/>
            </a:pPr>
            <a:r>
              <a:rPr lang="en-US" sz="2400" dirty="0">
                <a:solidFill>
                  <a:schemeClr val="tx1"/>
                </a:solidFill>
                <a:latin typeface="IBM Plex Mono" pitchFamily="34" charset="0"/>
                <a:ea typeface="IBM Plex Mono" pitchFamily="34" charset="-122"/>
                <a:cs typeface="IBM Plex Mono" pitchFamily="34" charset="-120"/>
              </a:rPr>
              <a:t>Code, 24 pt minimum, 12 lines at most</a:t>
            </a:r>
            <a:endParaRPr lang="en-US" sz="2400" dirty="0"/>
          </a:p>
        </p:txBody>
      </p:sp>
      <p:pic>
        <p:nvPicPr>
          <p:cNvPr id="5" name="Slabs logo" descr="Slabs">    </p:cNvPr>
          <p:cNvPicPr>
            <a:picLocks noChangeAspect="1"/>
          </p:cNvPicPr>
          <p:nvPr/>
        </p:nvPicPr>
        <p:blipFill>
          <a:blip r:embed="rId1"/>
          <a:stretch>
            <a:fillRect/>
          </a:stretch>
        </p:blipFill>
        <p:spPr>
          <a:xfrm>
            <a:off x="685800" y="6144768"/>
            <a:ext cx="249631" cy="274320"/>
          </a:xfrm>
          <a:prstGeom prst="rect">
            <a:avLst/>
          </a:prstGeom>
        </p:spPr>
      </p:pic>
      <p:sp>
        <p:nvSpPr>
          <p:cNvPr id="25" name="Slide number"/>
          <p:cNvSpPr>
            <a:spLocks noGrp="1"/>
          </p:cNvSpPr>
          <p:nvPr>
            <p:ph type="sldNum" sz="quarter" idx="4294967295"/>
          </p:nvPr>
        </p:nvSpPr>
        <p:spPr>
          <a:xfrm>
            <a:off x="10591495" y="6126480"/>
            <a:ext cx="91440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E5B56"/>
                </a:solidFill>
                <a:latin typeface="IBM Plex Mono"/>
                <a:ea typeface="IBM Plex Mono"/>
                <a:cs typeface="IBM Plex Mono"/>
              </a:defRPr>
            </a:lvl1pPr>
          </a:lstStyle>
          <a:p>
            <a:pPr algn="r"/>
            <a:fld id="{F7021451-1387-4CA6-816F-3879F97B5CBC}" type="slidenum">
              <a:rPr b="0" lang="en-US"/>
              <a:t>1014</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abs Title Only">
    <p:bg>
      <p:bgPr>
        <a:solidFill>
          <a:srgbClr val="F5F1E8"/>
        </a:solidFill>
      </p:bgPr>
    </p:bg>
    <p:spTree>
      <p:nvGrpSpPr>
        <p:cNvPr id="1" name=""/>
        <p:cNvGrpSpPr/>
        <p:nvPr/>
      </p:nvGrpSpPr>
      <p:grpSpPr>
        <a:xfrm>
          <a:off x="0" y="0"/>
          <a:ext cx="0" cy="0"/>
          <a:chOff x="0" y="0"/>
          <a:chExt cx="0" cy="0"/>
        </a:xfrm>
      </p:grpSpPr>
      <p:sp>
        <p:nvSpPr>
          <p:cNvPr id="2" name="Title"/>
          <p:cNvSpPr/>
          <p:nvPr>
            <p:ph idx="100" type="title" hasCustomPrompt="1"/>
          </p:nvPr>
        </p:nvSpPr>
        <p:spPr>
          <a:xfrm>
            <a:off x="685800" y="548640"/>
            <a:ext cx="10789920" cy="822960"/>
          </a:xfrm>
          <a:prstGeom prst="rect">
            <a:avLst/>
          </a:prstGeom>
          <a:noFill/>
          <a:ln/>
        </p:spPr>
        <p:txBody>
          <a:bodyPr wrap="square" rtlCol="0"/>
          <a:lstStyle>
            <a:lvl1pPr algn="l" indent="0" marL="0">
              <a:buNone/>
              <a:defRPr lang="en-US" sz="4000" b="1" dirty="0">
                <a:solidFill>
                  <a:schemeClr val="tx1"/>
                </a:solidFill>
                <a:latin typeface="Space Grotesk" pitchFamily="34" charset="0"/>
                <a:ea typeface="Space Grotesk" pitchFamily="34" charset="-122"/>
                <a:cs typeface="Space Grotesk" pitchFamily="34" charset="-120"/>
              </a:defRPr>
            </a:lvl1pPr>
          </a:lstStyle>
          <a:p>
            <a:pPr algn="l" indent="0" marL="0">
              <a:buNone/>
            </a:pPr>
            <a:r>
              <a:rPr lang="en-US" sz="4000" b="1" dirty="0">
                <a:solidFill>
                  <a:schemeClr val="tx1"/>
                </a:solidFill>
                <a:latin typeface="Space Grotesk" pitchFamily="34" charset="0"/>
                <a:ea typeface="Space Grotesk" pitchFamily="34" charset="-122"/>
                <a:cs typeface="Space Grotesk" pitchFamily="34" charset="-120"/>
              </a:rPr>
              <a:t>Slide heading</a:t>
            </a:r>
            <a:endParaRPr lang="en-US" sz="4000" dirty="0"/>
          </a:p>
        </p:txBody>
      </p:sp>
      <p:pic>
        <p:nvPicPr>
          <p:cNvPr id="3" name="Slabs logo" descr="Slabs">    </p:cNvPr>
          <p:cNvPicPr>
            <a:picLocks noChangeAspect="1"/>
          </p:cNvPicPr>
          <p:nvPr/>
        </p:nvPicPr>
        <p:blipFill>
          <a:blip r:embed="rId1"/>
          <a:stretch>
            <a:fillRect/>
          </a:stretch>
        </p:blipFill>
        <p:spPr>
          <a:xfrm>
            <a:off x="685800" y="6144768"/>
            <a:ext cx="249631" cy="274320"/>
          </a:xfrm>
          <a:prstGeom prst="rect">
            <a:avLst/>
          </a:prstGeom>
        </p:spPr>
      </p:pic>
      <p:sp>
        <p:nvSpPr>
          <p:cNvPr id="25" name="Slide number"/>
          <p:cNvSpPr>
            <a:spLocks noGrp="1"/>
          </p:cNvSpPr>
          <p:nvPr>
            <p:ph type="sldNum" sz="quarter" idx="4294967295"/>
          </p:nvPr>
        </p:nvSpPr>
        <p:spPr>
          <a:xfrm>
            <a:off x="10591495" y="6126480"/>
            <a:ext cx="91440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E5B56"/>
                </a:solidFill>
                <a:latin typeface="IBM Plex Mono"/>
                <a:ea typeface="IBM Plex Mono"/>
                <a:cs typeface="IBM Plex Mono"/>
              </a:defRPr>
            </a:lvl1pPr>
          </a:lstStyle>
          <a:p>
            <a:pPr algn="r"/>
            <a:fld id="{F7021451-1387-4CA6-816F-3879F97B5CBC}" type="slidenum">
              <a:rPr b="0" lang="en-US"/>
              <a:t>1015</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abs Blank">
    <p:bg>
      <p:bgPr>
        <a:solidFill>
          <a:srgbClr val="F5F1E8"/>
        </a:solidFill>
      </p:bgPr>
    </p:bg>
    <p:spTree>
      <p:nvGrpSpPr>
        <p:cNvPr id="1" name=""/>
        <p:cNvGrpSpPr/>
        <p:nvPr/>
      </p:nvGrpSpPr>
      <p:grpSpPr>
        <a:xfrm>
          <a:off x="0" y="0"/>
          <a:ext cx="0" cy="0"/>
          <a:chOff x="0" y="0"/>
          <a:chExt cx="0" cy="0"/>
        </a:xfrm>
      </p:grpSpPr>
      <p:pic>
        <p:nvPicPr>
          <p:cNvPr id="2" name="Slabs logo" descr="Slabs">    </p:cNvPr>
          <p:cNvPicPr>
            <a:picLocks noChangeAspect="1"/>
          </p:cNvPicPr>
          <p:nvPr/>
        </p:nvPicPr>
        <p:blipFill>
          <a:blip r:embed="rId1"/>
          <a:stretch>
            <a:fillRect/>
          </a:stretch>
        </p:blipFill>
        <p:spPr>
          <a:xfrm>
            <a:off x="685800" y="6144768"/>
            <a:ext cx="249631" cy="274320"/>
          </a:xfrm>
          <a:prstGeom prst="rect">
            <a:avLst/>
          </a:prstGeom>
        </p:spPr>
      </p:pic>
      <p:sp>
        <p:nvSpPr>
          <p:cNvPr id="25" name="Slide number"/>
          <p:cNvSpPr>
            <a:spLocks noGrp="1"/>
          </p:cNvSpPr>
          <p:nvPr>
            <p:ph type="sldNum" sz="quarter" idx="4294967295"/>
          </p:nvPr>
        </p:nvSpPr>
        <p:spPr>
          <a:xfrm>
            <a:off x="10591495" y="6126480"/>
            <a:ext cx="91440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E5B56"/>
                </a:solidFill>
                <a:latin typeface="IBM Plex Mono"/>
                <a:ea typeface="IBM Plex Mono"/>
                <a:cs typeface="IBM Plex Mono"/>
              </a:defRPr>
            </a:lvl1pPr>
          </a:lstStyle>
          <a:p>
            <a:pPr algn="r"/>
            <a:fld id="{F7021451-1387-4CA6-816F-3879F97B5CBC}" type="slidenum">
              <a:rPr b="0" lang="en-US"/>
              <a:t>1016</a:t>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labs Picture Full">
    <p:bg>
      <p:bgPr>
        <a:solidFill>
          <a:srgbClr val="F5F1E8"/>
        </a:solidFill>
      </p:bgPr>
    </p:bg>
    <p:spTree>
      <p:nvGrpSpPr>
        <p:cNvPr id="1" name=""/>
        <p:cNvGrpSpPr/>
        <p:nvPr/>
      </p:nvGrpSpPr>
      <p:grpSpPr>
        <a:xfrm>
          <a:off x="0" y="0"/>
          <a:ext cx="0" cy="0"/>
          <a:chOff x="0" y="0"/>
          <a:chExt cx="0" cy="0"/>
        </a:xfrm>
      </p:grpSpPr>
      <p:sp>
        <p:nvSpPr>
          <p:cNvPr id="2" name="Picture"/>
          <p:cNvSpPr/>
          <p:nvPr>
            <p:ph type="pic" idx="100" hasCustomPrompt="1"/>
          </p:nvPr>
        </p:nvSpPr>
        <p:spPr>
          <a:xfrm>
            <a:off x="0" y="0"/>
            <a:ext cx="12191695" cy="6858000"/>
          </a:xfrm>
          <a:prstGeom prst="rect">
            <a:avLst/>
          </a:prstGeom>
          <a:noFill/>
          <a:ln/>
        </p:spPr>
        <p:txBody>
          <a:bodyPr wrap="square" rtlCol="0"/>
          <a:lstStyle>
            <a:lvl1pPr algn="l" indent="0" marL="0">
              <a:buNone/>
              <a:defRPr lang="en-US" sz="1400" dirty="0">
                <a:solidFill>
                  <a:schemeClr val="tx2"/>
                </a:solidFill>
                <a:latin typeface="Space Grotesk" pitchFamily="34" charset="0"/>
                <a:ea typeface="Space Grotesk" pitchFamily="34" charset="-122"/>
                <a:cs typeface="Space Grotesk" pitchFamily="34" charset="-120"/>
              </a:defRPr>
            </a:lvl1pPr>
          </a:lstStyle>
          <a:p>
            <a:pPr algn="l" indent="0" marL="0">
              <a:buNone/>
            </a:pPr>
            <a:r>
              <a:rPr lang="en-US" sz="1400" dirty="0">
                <a:solidFill>
                  <a:schemeClr val="tx2"/>
                </a:solidFill>
                <a:latin typeface="Space Grotesk" pitchFamily="34" charset="0"/>
                <a:ea typeface="Space Grotesk" pitchFamily="34" charset="-122"/>
                <a:cs typeface="Space Grotesk" pitchFamily="34" charset="-120"/>
              </a:rPr>
              <a:t>Picture</a:t>
            </a:r>
            <a:endParaRPr lang="en-US" sz="1400"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labs Two Pictures">
    <p:bg>
      <p:bgPr>
        <a:solidFill>
          <a:srgbClr val="F5F1E8"/>
        </a:solidFill>
      </p:bgPr>
    </p:bg>
    <p:spTree>
      <p:nvGrpSpPr>
        <p:cNvPr id="1" name=""/>
        <p:cNvGrpSpPr/>
        <p:nvPr/>
      </p:nvGrpSpPr>
      <p:grpSpPr>
        <a:xfrm>
          <a:off x="0" y="0"/>
          <a:ext cx="0" cy="0"/>
          <a:chOff x="0" y="0"/>
          <a:chExt cx="0" cy="0"/>
        </a:xfrm>
      </p:grpSpPr>
      <p:sp>
        <p:nvSpPr>
          <p:cNvPr id="2" name="Title"/>
          <p:cNvSpPr/>
          <p:nvPr>
            <p:ph idx="100" type="title" hasCustomPrompt="1"/>
          </p:nvPr>
        </p:nvSpPr>
        <p:spPr>
          <a:xfrm>
            <a:off x="685800" y="548640"/>
            <a:ext cx="10789920" cy="822960"/>
          </a:xfrm>
          <a:prstGeom prst="rect">
            <a:avLst/>
          </a:prstGeom>
          <a:noFill/>
          <a:ln/>
        </p:spPr>
        <p:txBody>
          <a:bodyPr wrap="square" rtlCol="0"/>
          <a:lstStyle>
            <a:lvl1pPr algn="l" indent="0" marL="0">
              <a:buNone/>
              <a:defRPr lang="en-US" sz="4000" b="1" dirty="0">
                <a:solidFill>
                  <a:schemeClr val="tx1"/>
                </a:solidFill>
                <a:latin typeface="Space Grotesk" pitchFamily="34" charset="0"/>
                <a:ea typeface="Space Grotesk" pitchFamily="34" charset="-122"/>
                <a:cs typeface="Space Grotesk" pitchFamily="34" charset="-120"/>
              </a:defRPr>
            </a:lvl1pPr>
          </a:lstStyle>
          <a:p>
            <a:pPr algn="l" indent="0" marL="0">
              <a:buNone/>
            </a:pPr>
            <a:r>
              <a:rPr lang="en-US" sz="4000" b="1" dirty="0">
                <a:solidFill>
                  <a:schemeClr val="tx1"/>
                </a:solidFill>
                <a:latin typeface="Space Grotesk" pitchFamily="34" charset="0"/>
                <a:ea typeface="Space Grotesk" pitchFamily="34" charset="-122"/>
                <a:cs typeface="Space Grotesk" pitchFamily="34" charset="-120"/>
              </a:rPr>
              <a:t>Slide heading</a:t>
            </a:r>
            <a:endParaRPr lang="en-US" sz="4000" dirty="0"/>
          </a:p>
        </p:txBody>
      </p:sp>
      <p:sp>
        <p:nvSpPr>
          <p:cNvPr id="3" name="Picture"/>
          <p:cNvSpPr/>
          <p:nvPr>
            <p:ph type="pic" idx="101" hasCustomPrompt="1"/>
          </p:nvPr>
        </p:nvSpPr>
        <p:spPr>
          <a:xfrm>
            <a:off x="685800" y="1691640"/>
            <a:ext cx="5158588" cy="4069080"/>
          </a:xfrm>
          <a:prstGeom prst="rect">
            <a:avLst/>
          </a:prstGeom>
          <a:noFill/>
          <a:ln/>
        </p:spPr>
        <p:txBody>
          <a:bodyPr wrap="square" rtlCol="0"/>
          <a:lstStyle>
            <a:lvl1pPr algn="l" indent="0" marL="0">
              <a:buNone/>
              <a:defRPr lang="en-US" sz="1400" dirty="0">
                <a:solidFill>
                  <a:schemeClr val="tx2"/>
                </a:solidFill>
                <a:latin typeface="Space Grotesk" pitchFamily="34" charset="0"/>
                <a:ea typeface="Space Grotesk" pitchFamily="34" charset="-122"/>
                <a:cs typeface="Space Grotesk" pitchFamily="34" charset="-120"/>
              </a:defRPr>
            </a:lvl1pPr>
          </a:lstStyle>
          <a:p>
            <a:pPr algn="l" indent="0" marL="0">
              <a:buNone/>
            </a:pPr>
            <a:r>
              <a:rPr lang="en-US" sz="1400" dirty="0">
                <a:solidFill>
                  <a:schemeClr val="tx2"/>
                </a:solidFill>
                <a:latin typeface="Space Grotesk" pitchFamily="34" charset="0"/>
                <a:ea typeface="Space Grotesk" pitchFamily="34" charset="-122"/>
                <a:cs typeface="Space Grotesk" pitchFamily="34" charset="-120"/>
              </a:rPr>
              <a:t>Picture</a:t>
            </a:r>
            <a:endParaRPr lang="en-US" sz="1400" dirty="0"/>
          </a:p>
        </p:txBody>
      </p:sp>
      <p:sp>
        <p:nvSpPr>
          <p:cNvPr id="4" name="Picture"/>
          <p:cNvSpPr/>
          <p:nvPr>
            <p:ph type="pic" idx="102" hasCustomPrompt="1"/>
          </p:nvPr>
        </p:nvSpPr>
        <p:spPr>
          <a:xfrm>
            <a:off x="6347308" y="1691640"/>
            <a:ext cx="5158588" cy="4069080"/>
          </a:xfrm>
          <a:prstGeom prst="rect">
            <a:avLst/>
          </a:prstGeom>
          <a:noFill/>
          <a:ln/>
        </p:spPr>
        <p:txBody>
          <a:bodyPr wrap="square" rtlCol="0"/>
          <a:lstStyle>
            <a:lvl1pPr algn="l" indent="0" marL="0">
              <a:buNone/>
              <a:defRPr lang="en-US" sz="1400" dirty="0">
                <a:solidFill>
                  <a:schemeClr val="tx2"/>
                </a:solidFill>
                <a:latin typeface="Space Grotesk" pitchFamily="34" charset="0"/>
                <a:ea typeface="Space Grotesk" pitchFamily="34" charset="-122"/>
                <a:cs typeface="Space Grotesk" pitchFamily="34" charset="-120"/>
              </a:defRPr>
            </a:lvl1pPr>
          </a:lstStyle>
          <a:p>
            <a:pPr algn="l" indent="0" marL="0">
              <a:buNone/>
            </a:pPr>
            <a:r>
              <a:rPr lang="en-US" sz="1400" dirty="0">
                <a:solidFill>
                  <a:schemeClr val="tx2"/>
                </a:solidFill>
                <a:latin typeface="Space Grotesk" pitchFamily="34" charset="0"/>
                <a:ea typeface="Space Grotesk" pitchFamily="34" charset="-122"/>
                <a:cs typeface="Space Grotesk" pitchFamily="34" charset="-120"/>
              </a:rPr>
              <a:t>Picture</a:t>
            </a:r>
            <a:endParaRPr lang="en-US" sz="1400" dirty="0"/>
          </a:p>
        </p:txBody>
      </p:sp>
      <p:pic>
        <p:nvPicPr>
          <p:cNvPr id="5" name="Slabs logo" descr="Slabs">    </p:cNvPr>
          <p:cNvPicPr>
            <a:picLocks noChangeAspect="1"/>
          </p:cNvPicPr>
          <p:nvPr/>
        </p:nvPicPr>
        <p:blipFill>
          <a:blip r:embed="rId1"/>
          <a:stretch>
            <a:fillRect/>
          </a:stretch>
        </p:blipFill>
        <p:spPr>
          <a:xfrm>
            <a:off x="685800" y="6144768"/>
            <a:ext cx="249631" cy="274320"/>
          </a:xfrm>
          <a:prstGeom prst="rect">
            <a:avLst/>
          </a:prstGeom>
        </p:spPr>
      </p:pic>
      <p:sp>
        <p:nvSpPr>
          <p:cNvPr id="25" name="Slide number"/>
          <p:cNvSpPr>
            <a:spLocks noGrp="1"/>
          </p:cNvSpPr>
          <p:nvPr>
            <p:ph type="sldNum" sz="quarter" idx="4294967295"/>
          </p:nvPr>
        </p:nvSpPr>
        <p:spPr>
          <a:xfrm>
            <a:off x="10591495" y="6126480"/>
            <a:ext cx="91440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E5B56"/>
                </a:solidFill>
                <a:latin typeface="IBM Plex Mono"/>
                <a:ea typeface="IBM Plex Mono"/>
                <a:cs typeface="IBM Plex Mono"/>
              </a:defRPr>
            </a:lvl1pPr>
          </a:lstStyle>
          <a:p>
            <a:pPr algn="r"/>
            <a:fld id="{F7021451-1387-4CA6-816F-3879F97B5CBC}" type="slidenum">
              <a:rPr b="0" lang="en-US"/>
              <a:t>1018</a:t>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Slabs Three Pictures">
    <p:bg>
      <p:bgPr>
        <a:solidFill>
          <a:srgbClr val="F5F1E8"/>
        </a:solidFill>
      </p:bgPr>
    </p:bg>
    <p:spTree>
      <p:nvGrpSpPr>
        <p:cNvPr id="1" name=""/>
        <p:cNvGrpSpPr/>
        <p:nvPr/>
      </p:nvGrpSpPr>
      <p:grpSpPr>
        <a:xfrm>
          <a:off x="0" y="0"/>
          <a:ext cx="0" cy="0"/>
          <a:chOff x="0" y="0"/>
          <a:chExt cx="0" cy="0"/>
        </a:xfrm>
      </p:grpSpPr>
      <p:sp>
        <p:nvSpPr>
          <p:cNvPr id="2" name="Title"/>
          <p:cNvSpPr/>
          <p:nvPr>
            <p:ph idx="100" type="title" hasCustomPrompt="1"/>
          </p:nvPr>
        </p:nvSpPr>
        <p:spPr>
          <a:xfrm>
            <a:off x="685800" y="548640"/>
            <a:ext cx="10789920" cy="822960"/>
          </a:xfrm>
          <a:prstGeom prst="rect">
            <a:avLst/>
          </a:prstGeom>
          <a:noFill/>
          <a:ln/>
        </p:spPr>
        <p:txBody>
          <a:bodyPr wrap="square" rtlCol="0"/>
          <a:lstStyle>
            <a:lvl1pPr algn="l" indent="0" marL="0">
              <a:buNone/>
              <a:defRPr lang="en-US" sz="4000" b="1" dirty="0">
                <a:solidFill>
                  <a:schemeClr val="tx1"/>
                </a:solidFill>
                <a:latin typeface="Space Grotesk" pitchFamily="34" charset="0"/>
                <a:ea typeface="Space Grotesk" pitchFamily="34" charset="-122"/>
                <a:cs typeface="Space Grotesk" pitchFamily="34" charset="-120"/>
              </a:defRPr>
            </a:lvl1pPr>
          </a:lstStyle>
          <a:p>
            <a:pPr algn="l" indent="0" marL="0">
              <a:buNone/>
            </a:pPr>
            <a:r>
              <a:rPr lang="en-US" sz="4000" b="1" dirty="0">
                <a:solidFill>
                  <a:schemeClr val="tx1"/>
                </a:solidFill>
                <a:latin typeface="Space Grotesk" pitchFamily="34" charset="0"/>
                <a:ea typeface="Space Grotesk" pitchFamily="34" charset="-122"/>
                <a:cs typeface="Space Grotesk" pitchFamily="34" charset="-120"/>
              </a:rPr>
              <a:t>Slide heading</a:t>
            </a:r>
            <a:endParaRPr lang="en-US" sz="4000" dirty="0"/>
          </a:p>
        </p:txBody>
      </p:sp>
      <p:sp>
        <p:nvSpPr>
          <p:cNvPr id="3" name="Picture"/>
          <p:cNvSpPr/>
          <p:nvPr>
            <p:ph type="pic" idx="101" hasCustomPrompt="1"/>
          </p:nvPr>
        </p:nvSpPr>
        <p:spPr>
          <a:xfrm>
            <a:off x="685800" y="1691640"/>
            <a:ext cx="3362858" cy="4069080"/>
          </a:xfrm>
          <a:prstGeom prst="rect">
            <a:avLst/>
          </a:prstGeom>
          <a:noFill/>
          <a:ln/>
        </p:spPr>
        <p:txBody>
          <a:bodyPr wrap="square" rtlCol="0"/>
          <a:lstStyle>
            <a:lvl1pPr algn="l" indent="0" marL="0">
              <a:buNone/>
              <a:defRPr lang="en-US" sz="1400" dirty="0">
                <a:solidFill>
                  <a:schemeClr val="tx2"/>
                </a:solidFill>
                <a:latin typeface="Space Grotesk" pitchFamily="34" charset="0"/>
                <a:ea typeface="Space Grotesk" pitchFamily="34" charset="-122"/>
                <a:cs typeface="Space Grotesk" pitchFamily="34" charset="-120"/>
              </a:defRPr>
            </a:lvl1pPr>
          </a:lstStyle>
          <a:p>
            <a:pPr algn="l" indent="0" marL="0">
              <a:buNone/>
            </a:pPr>
            <a:r>
              <a:rPr lang="en-US" sz="1400" dirty="0">
                <a:solidFill>
                  <a:schemeClr val="tx2"/>
                </a:solidFill>
                <a:latin typeface="Space Grotesk" pitchFamily="34" charset="0"/>
                <a:ea typeface="Space Grotesk" pitchFamily="34" charset="-122"/>
                <a:cs typeface="Space Grotesk" pitchFamily="34" charset="-120"/>
              </a:rPr>
              <a:t>Picture</a:t>
            </a:r>
            <a:endParaRPr lang="en-US" sz="1400" dirty="0"/>
          </a:p>
        </p:txBody>
      </p:sp>
      <p:sp>
        <p:nvSpPr>
          <p:cNvPr id="4" name="Picture"/>
          <p:cNvSpPr/>
          <p:nvPr>
            <p:ph type="pic" idx="102" hasCustomPrompt="1"/>
          </p:nvPr>
        </p:nvSpPr>
        <p:spPr>
          <a:xfrm>
            <a:off x="4414418" y="1691640"/>
            <a:ext cx="3362858" cy="4069080"/>
          </a:xfrm>
          <a:prstGeom prst="rect">
            <a:avLst/>
          </a:prstGeom>
          <a:noFill/>
          <a:ln/>
        </p:spPr>
        <p:txBody>
          <a:bodyPr wrap="square" rtlCol="0"/>
          <a:lstStyle>
            <a:lvl1pPr algn="l" indent="0" marL="0">
              <a:buNone/>
              <a:defRPr lang="en-US" sz="1400" dirty="0">
                <a:solidFill>
                  <a:schemeClr val="tx2"/>
                </a:solidFill>
                <a:latin typeface="Space Grotesk" pitchFamily="34" charset="0"/>
                <a:ea typeface="Space Grotesk" pitchFamily="34" charset="-122"/>
                <a:cs typeface="Space Grotesk" pitchFamily="34" charset="-120"/>
              </a:defRPr>
            </a:lvl1pPr>
          </a:lstStyle>
          <a:p>
            <a:pPr algn="l" indent="0" marL="0">
              <a:buNone/>
            </a:pPr>
            <a:r>
              <a:rPr lang="en-US" sz="1400" dirty="0">
                <a:solidFill>
                  <a:schemeClr val="tx2"/>
                </a:solidFill>
                <a:latin typeface="Space Grotesk" pitchFamily="34" charset="0"/>
                <a:ea typeface="Space Grotesk" pitchFamily="34" charset="-122"/>
                <a:cs typeface="Space Grotesk" pitchFamily="34" charset="-120"/>
              </a:rPr>
              <a:t>Picture</a:t>
            </a:r>
            <a:endParaRPr lang="en-US" sz="1400" dirty="0"/>
          </a:p>
        </p:txBody>
      </p:sp>
      <p:sp>
        <p:nvSpPr>
          <p:cNvPr id="5" name="Picture"/>
          <p:cNvSpPr/>
          <p:nvPr>
            <p:ph type="pic" idx="103" hasCustomPrompt="1"/>
          </p:nvPr>
        </p:nvSpPr>
        <p:spPr>
          <a:xfrm>
            <a:off x="8143037" y="1691640"/>
            <a:ext cx="3362858" cy="4069080"/>
          </a:xfrm>
          <a:prstGeom prst="rect">
            <a:avLst/>
          </a:prstGeom>
          <a:noFill/>
          <a:ln/>
        </p:spPr>
        <p:txBody>
          <a:bodyPr wrap="square" rtlCol="0"/>
          <a:lstStyle>
            <a:lvl1pPr algn="l" indent="0" marL="0">
              <a:buNone/>
              <a:defRPr lang="en-US" sz="1400" dirty="0">
                <a:solidFill>
                  <a:schemeClr val="tx2"/>
                </a:solidFill>
                <a:latin typeface="Space Grotesk" pitchFamily="34" charset="0"/>
                <a:ea typeface="Space Grotesk" pitchFamily="34" charset="-122"/>
                <a:cs typeface="Space Grotesk" pitchFamily="34" charset="-120"/>
              </a:defRPr>
            </a:lvl1pPr>
          </a:lstStyle>
          <a:p>
            <a:pPr algn="l" indent="0" marL="0">
              <a:buNone/>
            </a:pPr>
            <a:r>
              <a:rPr lang="en-US" sz="1400" dirty="0">
                <a:solidFill>
                  <a:schemeClr val="tx2"/>
                </a:solidFill>
                <a:latin typeface="Space Grotesk" pitchFamily="34" charset="0"/>
                <a:ea typeface="Space Grotesk" pitchFamily="34" charset="-122"/>
                <a:cs typeface="Space Grotesk" pitchFamily="34" charset="-120"/>
              </a:rPr>
              <a:t>Picture</a:t>
            </a:r>
            <a:endParaRPr lang="en-US" sz="1400" dirty="0"/>
          </a:p>
        </p:txBody>
      </p:sp>
      <p:pic>
        <p:nvPicPr>
          <p:cNvPr id="6" name="Slabs logo" descr="Slabs">    </p:cNvPr>
          <p:cNvPicPr>
            <a:picLocks noChangeAspect="1"/>
          </p:cNvPicPr>
          <p:nvPr/>
        </p:nvPicPr>
        <p:blipFill>
          <a:blip r:embed="rId1"/>
          <a:stretch>
            <a:fillRect/>
          </a:stretch>
        </p:blipFill>
        <p:spPr>
          <a:xfrm>
            <a:off x="685800" y="6144768"/>
            <a:ext cx="249631" cy="274320"/>
          </a:xfrm>
          <a:prstGeom prst="rect">
            <a:avLst/>
          </a:prstGeom>
        </p:spPr>
      </p:pic>
      <p:sp>
        <p:nvSpPr>
          <p:cNvPr id="25" name="Slide number"/>
          <p:cNvSpPr>
            <a:spLocks noGrp="1"/>
          </p:cNvSpPr>
          <p:nvPr>
            <p:ph type="sldNum" sz="quarter" idx="4294967295"/>
          </p:nvPr>
        </p:nvSpPr>
        <p:spPr>
          <a:xfrm>
            <a:off x="10591495" y="6126480"/>
            <a:ext cx="91440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E5B56"/>
                </a:solidFill>
                <a:latin typeface="IBM Plex Mono"/>
                <a:ea typeface="IBM Plex Mono"/>
                <a:cs typeface="IBM Plex Mono"/>
              </a:defRPr>
            </a:lvl1pPr>
          </a:lstStyle>
          <a:p>
            <a:pPr algn="r"/>
            <a:fld id="{F7021451-1387-4CA6-816F-3879F97B5CBC}" type="slidenum">
              <a:rPr b="0" lang="en-US"/>
              <a:t>1019</a:t>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labs Four Pictures">
    <p:bg>
      <p:bgPr>
        <a:solidFill>
          <a:srgbClr val="F5F1E8"/>
        </a:solidFill>
      </p:bgPr>
    </p:bg>
    <p:spTree>
      <p:nvGrpSpPr>
        <p:cNvPr id="1" name=""/>
        <p:cNvGrpSpPr/>
        <p:nvPr/>
      </p:nvGrpSpPr>
      <p:grpSpPr>
        <a:xfrm>
          <a:off x="0" y="0"/>
          <a:ext cx="0" cy="0"/>
          <a:chOff x="0" y="0"/>
          <a:chExt cx="0" cy="0"/>
        </a:xfrm>
      </p:grpSpPr>
      <p:sp>
        <p:nvSpPr>
          <p:cNvPr id="2" name="Title"/>
          <p:cNvSpPr/>
          <p:nvPr>
            <p:ph idx="100" type="title" hasCustomPrompt="1"/>
          </p:nvPr>
        </p:nvSpPr>
        <p:spPr>
          <a:xfrm>
            <a:off x="685800" y="548640"/>
            <a:ext cx="10789920" cy="822960"/>
          </a:xfrm>
          <a:prstGeom prst="rect">
            <a:avLst/>
          </a:prstGeom>
          <a:noFill/>
          <a:ln/>
        </p:spPr>
        <p:txBody>
          <a:bodyPr wrap="square" rtlCol="0"/>
          <a:lstStyle>
            <a:lvl1pPr algn="l" indent="0" marL="0">
              <a:buNone/>
              <a:defRPr lang="en-US" sz="4000" b="1" dirty="0">
                <a:solidFill>
                  <a:schemeClr val="tx1"/>
                </a:solidFill>
                <a:latin typeface="Space Grotesk" pitchFamily="34" charset="0"/>
                <a:ea typeface="Space Grotesk" pitchFamily="34" charset="-122"/>
                <a:cs typeface="Space Grotesk" pitchFamily="34" charset="-120"/>
              </a:defRPr>
            </a:lvl1pPr>
          </a:lstStyle>
          <a:p>
            <a:pPr algn="l" indent="0" marL="0">
              <a:buNone/>
            </a:pPr>
            <a:r>
              <a:rPr lang="en-US" sz="4000" b="1" dirty="0">
                <a:solidFill>
                  <a:schemeClr val="tx1"/>
                </a:solidFill>
                <a:latin typeface="Space Grotesk" pitchFamily="34" charset="0"/>
                <a:ea typeface="Space Grotesk" pitchFamily="34" charset="-122"/>
                <a:cs typeface="Space Grotesk" pitchFamily="34" charset="-120"/>
              </a:rPr>
              <a:t>Slide heading</a:t>
            </a:r>
            <a:endParaRPr lang="en-US" sz="4000" dirty="0"/>
          </a:p>
        </p:txBody>
      </p:sp>
      <p:sp>
        <p:nvSpPr>
          <p:cNvPr id="3" name="Picture"/>
          <p:cNvSpPr/>
          <p:nvPr>
            <p:ph type="pic" idx="101" hasCustomPrompt="1"/>
          </p:nvPr>
        </p:nvSpPr>
        <p:spPr>
          <a:xfrm>
            <a:off x="685800" y="1691640"/>
            <a:ext cx="5158588" cy="1897380"/>
          </a:xfrm>
          <a:prstGeom prst="rect">
            <a:avLst/>
          </a:prstGeom>
          <a:noFill/>
          <a:ln/>
        </p:spPr>
        <p:txBody>
          <a:bodyPr wrap="square" rtlCol="0"/>
          <a:lstStyle>
            <a:lvl1pPr algn="l" indent="0" marL="0">
              <a:buNone/>
              <a:defRPr lang="en-US" sz="1400" dirty="0">
                <a:solidFill>
                  <a:schemeClr val="tx2"/>
                </a:solidFill>
                <a:latin typeface="Space Grotesk" pitchFamily="34" charset="0"/>
                <a:ea typeface="Space Grotesk" pitchFamily="34" charset="-122"/>
                <a:cs typeface="Space Grotesk" pitchFamily="34" charset="-120"/>
              </a:defRPr>
            </a:lvl1pPr>
          </a:lstStyle>
          <a:p>
            <a:pPr algn="l" indent="0" marL="0">
              <a:buNone/>
            </a:pPr>
            <a:r>
              <a:rPr lang="en-US" sz="1400" dirty="0">
                <a:solidFill>
                  <a:schemeClr val="tx2"/>
                </a:solidFill>
                <a:latin typeface="Space Grotesk" pitchFamily="34" charset="0"/>
                <a:ea typeface="Space Grotesk" pitchFamily="34" charset="-122"/>
                <a:cs typeface="Space Grotesk" pitchFamily="34" charset="-120"/>
              </a:rPr>
              <a:t>Picture</a:t>
            </a:r>
            <a:endParaRPr lang="en-US" sz="1400" dirty="0"/>
          </a:p>
        </p:txBody>
      </p:sp>
      <p:sp>
        <p:nvSpPr>
          <p:cNvPr id="4" name="Picture"/>
          <p:cNvSpPr/>
          <p:nvPr>
            <p:ph type="pic" idx="102" hasCustomPrompt="1"/>
          </p:nvPr>
        </p:nvSpPr>
        <p:spPr>
          <a:xfrm>
            <a:off x="6347308" y="1691640"/>
            <a:ext cx="5158588" cy="1897380"/>
          </a:xfrm>
          <a:prstGeom prst="rect">
            <a:avLst/>
          </a:prstGeom>
          <a:noFill/>
          <a:ln/>
        </p:spPr>
        <p:txBody>
          <a:bodyPr wrap="square" rtlCol="0"/>
          <a:lstStyle>
            <a:lvl1pPr algn="l" indent="0" marL="0">
              <a:buNone/>
              <a:defRPr lang="en-US" sz="1400" dirty="0">
                <a:solidFill>
                  <a:schemeClr val="tx2"/>
                </a:solidFill>
                <a:latin typeface="Space Grotesk" pitchFamily="34" charset="0"/>
                <a:ea typeface="Space Grotesk" pitchFamily="34" charset="-122"/>
                <a:cs typeface="Space Grotesk" pitchFamily="34" charset="-120"/>
              </a:defRPr>
            </a:lvl1pPr>
          </a:lstStyle>
          <a:p>
            <a:pPr algn="l" indent="0" marL="0">
              <a:buNone/>
            </a:pPr>
            <a:r>
              <a:rPr lang="en-US" sz="1400" dirty="0">
                <a:solidFill>
                  <a:schemeClr val="tx2"/>
                </a:solidFill>
                <a:latin typeface="Space Grotesk" pitchFamily="34" charset="0"/>
                <a:ea typeface="Space Grotesk" pitchFamily="34" charset="-122"/>
                <a:cs typeface="Space Grotesk" pitchFamily="34" charset="-120"/>
              </a:rPr>
              <a:t>Picture</a:t>
            </a:r>
            <a:endParaRPr lang="en-US" sz="1400" dirty="0"/>
          </a:p>
        </p:txBody>
      </p:sp>
      <p:sp>
        <p:nvSpPr>
          <p:cNvPr id="5" name="Picture"/>
          <p:cNvSpPr/>
          <p:nvPr>
            <p:ph type="pic" idx="103" hasCustomPrompt="1"/>
          </p:nvPr>
        </p:nvSpPr>
        <p:spPr>
          <a:xfrm>
            <a:off x="685800" y="3863340"/>
            <a:ext cx="5158588" cy="1897380"/>
          </a:xfrm>
          <a:prstGeom prst="rect">
            <a:avLst/>
          </a:prstGeom>
          <a:noFill/>
          <a:ln/>
        </p:spPr>
        <p:txBody>
          <a:bodyPr wrap="square" rtlCol="0"/>
          <a:lstStyle>
            <a:lvl1pPr algn="l" indent="0" marL="0">
              <a:buNone/>
              <a:defRPr lang="en-US" sz="1400" dirty="0">
                <a:solidFill>
                  <a:schemeClr val="tx2"/>
                </a:solidFill>
                <a:latin typeface="Space Grotesk" pitchFamily="34" charset="0"/>
                <a:ea typeface="Space Grotesk" pitchFamily="34" charset="-122"/>
                <a:cs typeface="Space Grotesk" pitchFamily="34" charset="-120"/>
              </a:defRPr>
            </a:lvl1pPr>
          </a:lstStyle>
          <a:p>
            <a:pPr algn="l" indent="0" marL="0">
              <a:buNone/>
            </a:pPr>
            <a:r>
              <a:rPr lang="en-US" sz="1400" dirty="0">
                <a:solidFill>
                  <a:schemeClr val="tx2"/>
                </a:solidFill>
                <a:latin typeface="Space Grotesk" pitchFamily="34" charset="0"/>
                <a:ea typeface="Space Grotesk" pitchFamily="34" charset="-122"/>
                <a:cs typeface="Space Grotesk" pitchFamily="34" charset="-120"/>
              </a:rPr>
              <a:t>Picture</a:t>
            </a:r>
            <a:endParaRPr lang="en-US" sz="1400" dirty="0"/>
          </a:p>
        </p:txBody>
      </p:sp>
      <p:sp>
        <p:nvSpPr>
          <p:cNvPr id="6" name="Picture"/>
          <p:cNvSpPr/>
          <p:nvPr>
            <p:ph type="pic" idx="104" hasCustomPrompt="1"/>
          </p:nvPr>
        </p:nvSpPr>
        <p:spPr>
          <a:xfrm>
            <a:off x="6347308" y="3863340"/>
            <a:ext cx="5158588" cy="1897380"/>
          </a:xfrm>
          <a:prstGeom prst="rect">
            <a:avLst/>
          </a:prstGeom>
          <a:noFill/>
          <a:ln/>
        </p:spPr>
        <p:txBody>
          <a:bodyPr wrap="square" rtlCol="0"/>
          <a:lstStyle>
            <a:lvl1pPr algn="l" indent="0" marL="0">
              <a:buNone/>
              <a:defRPr lang="en-US" sz="1400" dirty="0">
                <a:solidFill>
                  <a:schemeClr val="tx2"/>
                </a:solidFill>
                <a:latin typeface="Space Grotesk" pitchFamily="34" charset="0"/>
                <a:ea typeface="Space Grotesk" pitchFamily="34" charset="-122"/>
                <a:cs typeface="Space Grotesk" pitchFamily="34" charset="-120"/>
              </a:defRPr>
            </a:lvl1pPr>
          </a:lstStyle>
          <a:p>
            <a:pPr algn="l" indent="0" marL="0">
              <a:buNone/>
            </a:pPr>
            <a:r>
              <a:rPr lang="en-US" sz="1400" dirty="0">
                <a:solidFill>
                  <a:schemeClr val="tx2"/>
                </a:solidFill>
                <a:latin typeface="Space Grotesk" pitchFamily="34" charset="0"/>
                <a:ea typeface="Space Grotesk" pitchFamily="34" charset="-122"/>
                <a:cs typeface="Space Grotesk" pitchFamily="34" charset="-120"/>
              </a:rPr>
              <a:t>Picture</a:t>
            </a:r>
            <a:endParaRPr lang="en-US" sz="1400" dirty="0"/>
          </a:p>
        </p:txBody>
      </p:sp>
      <p:pic>
        <p:nvPicPr>
          <p:cNvPr id="7" name="Slabs logo" descr="Slabs">    </p:cNvPr>
          <p:cNvPicPr>
            <a:picLocks noChangeAspect="1"/>
          </p:cNvPicPr>
          <p:nvPr/>
        </p:nvPicPr>
        <p:blipFill>
          <a:blip r:embed="rId1"/>
          <a:stretch>
            <a:fillRect/>
          </a:stretch>
        </p:blipFill>
        <p:spPr>
          <a:xfrm>
            <a:off x="685800" y="6144768"/>
            <a:ext cx="249631" cy="274320"/>
          </a:xfrm>
          <a:prstGeom prst="rect">
            <a:avLst/>
          </a:prstGeom>
        </p:spPr>
      </p:pic>
      <p:sp>
        <p:nvSpPr>
          <p:cNvPr id="25" name="Slide number"/>
          <p:cNvSpPr>
            <a:spLocks noGrp="1"/>
          </p:cNvSpPr>
          <p:nvPr>
            <p:ph type="sldNum" sz="quarter" idx="4294967295"/>
          </p:nvPr>
        </p:nvSpPr>
        <p:spPr>
          <a:xfrm>
            <a:off x="10591495" y="6126480"/>
            <a:ext cx="91440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E5B56"/>
                </a:solidFill>
                <a:latin typeface="IBM Plex Mono"/>
                <a:ea typeface="IBM Plex Mono"/>
                <a:cs typeface="IBM Plex Mono"/>
              </a:defRPr>
            </a:lvl1pPr>
          </a:lstStyle>
          <a:p>
            <a:pPr algn="r"/>
            <a:fld id="{F7021451-1387-4CA6-816F-3879F97B5CBC}" type="slidenum">
              <a:rPr b="0" lang="en-US"/>
              <a:t>1020</a:t>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Slabs Key Figures">
    <p:bg>
      <p:bgPr>
        <a:solidFill>
          <a:srgbClr val="F5F1E8"/>
        </a:solidFill>
      </p:bgPr>
    </p:bg>
    <p:spTree>
      <p:nvGrpSpPr>
        <p:cNvPr id="1" name=""/>
        <p:cNvGrpSpPr/>
        <p:nvPr/>
      </p:nvGrpSpPr>
      <p:grpSpPr>
        <a:xfrm>
          <a:off x="0" y="0"/>
          <a:ext cx="0" cy="0"/>
          <a:chOff x="0" y="0"/>
          <a:chExt cx="0" cy="0"/>
        </a:xfrm>
      </p:grpSpPr>
      <p:sp>
        <p:nvSpPr>
          <p:cNvPr id="2" name="Title"/>
          <p:cNvSpPr/>
          <p:nvPr>
            <p:ph idx="100" type="title" hasCustomPrompt="1"/>
          </p:nvPr>
        </p:nvSpPr>
        <p:spPr>
          <a:xfrm>
            <a:off x="685800" y="548640"/>
            <a:ext cx="10789920" cy="822960"/>
          </a:xfrm>
          <a:prstGeom prst="rect">
            <a:avLst/>
          </a:prstGeom>
          <a:noFill/>
          <a:ln/>
        </p:spPr>
        <p:txBody>
          <a:bodyPr wrap="square" rtlCol="0"/>
          <a:lstStyle>
            <a:lvl1pPr algn="l" indent="0" marL="0">
              <a:buNone/>
              <a:defRPr lang="en-US" sz="4000" b="1" dirty="0">
                <a:solidFill>
                  <a:schemeClr val="tx1"/>
                </a:solidFill>
                <a:latin typeface="Space Grotesk" pitchFamily="34" charset="0"/>
                <a:ea typeface="Space Grotesk" pitchFamily="34" charset="-122"/>
                <a:cs typeface="Space Grotesk" pitchFamily="34" charset="-120"/>
              </a:defRPr>
            </a:lvl1pPr>
          </a:lstStyle>
          <a:p>
            <a:pPr algn="l" indent="0" marL="0">
              <a:buNone/>
            </a:pPr>
            <a:r>
              <a:rPr lang="en-US" sz="4000" b="1" dirty="0">
                <a:solidFill>
                  <a:schemeClr val="tx1"/>
                </a:solidFill>
                <a:latin typeface="Space Grotesk" pitchFamily="34" charset="0"/>
                <a:ea typeface="Space Grotesk" pitchFamily="34" charset="-122"/>
                <a:cs typeface="Space Grotesk" pitchFamily="34" charset="-120"/>
              </a:rPr>
              <a:t>Slide heading</a:t>
            </a:r>
            <a:endParaRPr lang="en-US" sz="4000" dirty="0"/>
          </a:p>
        </p:txBody>
      </p:sp>
      <p:sp>
        <p:nvSpPr>
          <p:cNvPr id="3" name="Rule"/>
          <p:cNvSpPr/>
          <p:nvPr/>
        </p:nvSpPr>
        <p:spPr>
          <a:xfrm>
            <a:off x="685800" y="1828800"/>
            <a:ext cx="3362858" cy="0"/>
          </a:xfrm>
          <a:prstGeom prst="line">
            <a:avLst/>
          </a:prstGeom>
          <a:noFill/>
          <a:ln w="12700">
            <a:solidFill>
              <a:srgbClr val="DCD5C6"/>
            </a:solidFill>
            <a:prstDash val="solid"/>
          </a:ln>
        </p:spPr>
      </p:sp>
      <p:sp>
        <p:nvSpPr>
          <p:cNvPr id="4" name="Figure"/>
          <p:cNvSpPr/>
          <p:nvPr>
            <p:ph idx="102" type="body" hasCustomPrompt="1"/>
          </p:nvPr>
        </p:nvSpPr>
        <p:spPr>
          <a:xfrm>
            <a:off x="685800" y="2057400"/>
            <a:ext cx="3362858" cy="1371600"/>
          </a:xfrm>
          <a:prstGeom prst="rect">
            <a:avLst/>
          </a:prstGeom>
          <a:noFill/>
          <a:ln/>
        </p:spPr>
        <p:txBody>
          <a:bodyPr wrap="square" rtlCol="0"/>
          <a:lstStyle>
            <a:lvl1pPr algn="l" indent="0" marL="0">
              <a:buNone/>
              <a:defRPr lang="en-US" sz="8000" b="1" dirty="0">
                <a:solidFill>
                  <a:schemeClr val="tx1"/>
                </a:solidFill>
                <a:latin typeface="Space Grotesk" pitchFamily="34" charset="0"/>
                <a:ea typeface="Space Grotesk" pitchFamily="34" charset="-122"/>
                <a:cs typeface="Space Grotesk" pitchFamily="34" charset="-120"/>
              </a:defRPr>
            </a:lvl1pPr>
          </a:lstStyle>
          <a:p>
            <a:pPr algn="l" indent="0" marL="0">
              <a:buNone/>
            </a:pPr>
            <a:r>
              <a:rPr lang="en-US" sz="8000" b="1" dirty="0">
                <a:solidFill>
                  <a:schemeClr val="tx1"/>
                </a:solidFill>
                <a:latin typeface="Space Grotesk" pitchFamily="34" charset="0"/>
                <a:ea typeface="Space Grotesk" pitchFamily="34" charset="-122"/>
                <a:cs typeface="Space Grotesk" pitchFamily="34" charset="-120"/>
              </a:rPr>
              <a:t>00</a:t>
            </a:r>
            <a:endParaRPr lang="en-US" sz="8000" dirty="0"/>
          </a:p>
        </p:txBody>
      </p:sp>
      <p:sp>
        <p:nvSpPr>
          <p:cNvPr id="5" name="Figure label"/>
          <p:cNvSpPr/>
          <p:nvPr>
            <p:ph idx="103" type="body" hasCustomPrompt="1"/>
          </p:nvPr>
        </p:nvSpPr>
        <p:spPr>
          <a:xfrm>
            <a:off x="685800" y="3566160"/>
            <a:ext cx="3362858" cy="1645920"/>
          </a:xfrm>
          <a:prstGeom prst="rect">
            <a:avLst/>
          </a:prstGeom>
          <a:noFill/>
          <a:ln/>
        </p:spPr>
        <p:txBody>
          <a:bodyPr wrap="square" rtlCol="0"/>
          <a:lstStyle>
            <a:lvl1pPr algn="l" indent="0" marL="0">
              <a:buNone/>
              <a:defRPr lang="en-US" sz="2000" dirty="0">
                <a:solidFill>
                  <a:schemeClr val="tx2"/>
                </a:solidFill>
                <a:latin typeface="Space Grotesk" pitchFamily="34" charset="0"/>
                <a:ea typeface="Space Grotesk" pitchFamily="34" charset="-122"/>
                <a:cs typeface="Space Grotesk" pitchFamily="34" charset="-120"/>
              </a:defRPr>
            </a:lvl1pPr>
          </a:lstStyle>
          <a:p>
            <a:pPr algn="l" indent="0" marL="0">
              <a:buNone/>
            </a:pPr>
            <a:r>
              <a:rPr lang="en-US" sz="2000" dirty="0">
                <a:solidFill>
                  <a:schemeClr val="tx2"/>
                </a:solidFill>
                <a:latin typeface="Space Grotesk" pitchFamily="34" charset="0"/>
                <a:ea typeface="Space Grotesk" pitchFamily="34" charset="-122"/>
                <a:cs typeface="Space Grotesk" pitchFamily="34" charset="-120"/>
              </a:rPr>
              <a:t>What the figure counts</a:t>
            </a:r>
            <a:endParaRPr lang="en-US" sz="2000" dirty="0"/>
          </a:p>
        </p:txBody>
      </p:sp>
      <p:sp>
        <p:nvSpPr>
          <p:cNvPr id="6" name="Rule"/>
          <p:cNvSpPr/>
          <p:nvPr/>
        </p:nvSpPr>
        <p:spPr>
          <a:xfrm>
            <a:off x="4414418" y="1828800"/>
            <a:ext cx="3362858" cy="0"/>
          </a:xfrm>
          <a:prstGeom prst="line">
            <a:avLst/>
          </a:prstGeom>
          <a:noFill/>
          <a:ln w="12700">
            <a:solidFill>
              <a:srgbClr val="DCD5C6"/>
            </a:solidFill>
            <a:prstDash val="solid"/>
          </a:ln>
        </p:spPr>
      </p:sp>
      <p:sp>
        <p:nvSpPr>
          <p:cNvPr id="7" name="Figure"/>
          <p:cNvSpPr/>
          <p:nvPr>
            <p:ph idx="105" type="body" hasCustomPrompt="1"/>
          </p:nvPr>
        </p:nvSpPr>
        <p:spPr>
          <a:xfrm>
            <a:off x="4414418" y="2057400"/>
            <a:ext cx="3362858" cy="1371600"/>
          </a:xfrm>
          <a:prstGeom prst="rect">
            <a:avLst/>
          </a:prstGeom>
          <a:noFill/>
          <a:ln/>
        </p:spPr>
        <p:txBody>
          <a:bodyPr wrap="square" rtlCol="0"/>
          <a:lstStyle>
            <a:lvl1pPr algn="l" indent="0" marL="0">
              <a:buNone/>
              <a:defRPr lang="en-US" sz="8000" b="1" dirty="0">
                <a:solidFill>
                  <a:schemeClr val="tx1"/>
                </a:solidFill>
                <a:latin typeface="Space Grotesk" pitchFamily="34" charset="0"/>
                <a:ea typeface="Space Grotesk" pitchFamily="34" charset="-122"/>
                <a:cs typeface="Space Grotesk" pitchFamily="34" charset="-120"/>
              </a:defRPr>
            </a:lvl1pPr>
          </a:lstStyle>
          <a:p>
            <a:pPr algn="l" indent="0" marL="0">
              <a:buNone/>
            </a:pPr>
            <a:r>
              <a:rPr lang="en-US" sz="8000" b="1" dirty="0">
                <a:solidFill>
                  <a:schemeClr val="tx1"/>
                </a:solidFill>
                <a:latin typeface="Space Grotesk" pitchFamily="34" charset="0"/>
                <a:ea typeface="Space Grotesk" pitchFamily="34" charset="-122"/>
                <a:cs typeface="Space Grotesk" pitchFamily="34" charset="-120"/>
              </a:rPr>
              <a:t>00</a:t>
            </a:r>
            <a:endParaRPr lang="en-US" sz="8000" dirty="0"/>
          </a:p>
        </p:txBody>
      </p:sp>
      <p:sp>
        <p:nvSpPr>
          <p:cNvPr id="8" name="Figure label"/>
          <p:cNvSpPr/>
          <p:nvPr>
            <p:ph idx="106" type="body" hasCustomPrompt="1"/>
          </p:nvPr>
        </p:nvSpPr>
        <p:spPr>
          <a:xfrm>
            <a:off x="4414418" y="3566160"/>
            <a:ext cx="3362858" cy="1645920"/>
          </a:xfrm>
          <a:prstGeom prst="rect">
            <a:avLst/>
          </a:prstGeom>
          <a:noFill/>
          <a:ln/>
        </p:spPr>
        <p:txBody>
          <a:bodyPr wrap="square" rtlCol="0"/>
          <a:lstStyle>
            <a:lvl1pPr algn="l" indent="0" marL="0">
              <a:buNone/>
              <a:defRPr lang="en-US" sz="2000" dirty="0">
                <a:solidFill>
                  <a:schemeClr val="tx2"/>
                </a:solidFill>
                <a:latin typeface="Space Grotesk" pitchFamily="34" charset="0"/>
                <a:ea typeface="Space Grotesk" pitchFamily="34" charset="-122"/>
                <a:cs typeface="Space Grotesk" pitchFamily="34" charset="-120"/>
              </a:defRPr>
            </a:lvl1pPr>
          </a:lstStyle>
          <a:p>
            <a:pPr algn="l" indent="0" marL="0">
              <a:buNone/>
            </a:pPr>
            <a:r>
              <a:rPr lang="en-US" sz="2000" dirty="0">
                <a:solidFill>
                  <a:schemeClr val="tx2"/>
                </a:solidFill>
                <a:latin typeface="Space Grotesk" pitchFamily="34" charset="0"/>
                <a:ea typeface="Space Grotesk" pitchFamily="34" charset="-122"/>
                <a:cs typeface="Space Grotesk" pitchFamily="34" charset="-120"/>
              </a:rPr>
              <a:t>What the figure counts</a:t>
            </a:r>
            <a:endParaRPr lang="en-US" sz="2000" dirty="0"/>
          </a:p>
        </p:txBody>
      </p:sp>
      <p:sp>
        <p:nvSpPr>
          <p:cNvPr id="9" name="Rule"/>
          <p:cNvSpPr/>
          <p:nvPr/>
        </p:nvSpPr>
        <p:spPr>
          <a:xfrm>
            <a:off x="8143037" y="1828800"/>
            <a:ext cx="3362858" cy="0"/>
          </a:xfrm>
          <a:prstGeom prst="line">
            <a:avLst/>
          </a:prstGeom>
          <a:noFill/>
          <a:ln w="12700">
            <a:solidFill>
              <a:srgbClr val="DCD5C6"/>
            </a:solidFill>
            <a:prstDash val="solid"/>
          </a:ln>
        </p:spPr>
      </p:sp>
      <p:sp>
        <p:nvSpPr>
          <p:cNvPr id="10" name="Figure"/>
          <p:cNvSpPr/>
          <p:nvPr>
            <p:ph idx="108" type="body" hasCustomPrompt="1"/>
          </p:nvPr>
        </p:nvSpPr>
        <p:spPr>
          <a:xfrm>
            <a:off x="8143037" y="2057400"/>
            <a:ext cx="3362858" cy="1371600"/>
          </a:xfrm>
          <a:prstGeom prst="rect">
            <a:avLst/>
          </a:prstGeom>
          <a:noFill/>
          <a:ln/>
        </p:spPr>
        <p:txBody>
          <a:bodyPr wrap="square" rtlCol="0"/>
          <a:lstStyle>
            <a:lvl1pPr algn="l" indent="0" marL="0">
              <a:buNone/>
              <a:defRPr lang="en-US" sz="8000" b="1" dirty="0">
                <a:solidFill>
                  <a:schemeClr val="tx1"/>
                </a:solidFill>
                <a:latin typeface="Space Grotesk" pitchFamily="34" charset="0"/>
                <a:ea typeface="Space Grotesk" pitchFamily="34" charset="-122"/>
                <a:cs typeface="Space Grotesk" pitchFamily="34" charset="-120"/>
              </a:defRPr>
            </a:lvl1pPr>
          </a:lstStyle>
          <a:p>
            <a:pPr algn="l" indent="0" marL="0">
              <a:buNone/>
            </a:pPr>
            <a:r>
              <a:rPr lang="en-US" sz="8000" b="1" dirty="0">
                <a:solidFill>
                  <a:schemeClr val="tx1"/>
                </a:solidFill>
                <a:latin typeface="Space Grotesk" pitchFamily="34" charset="0"/>
                <a:ea typeface="Space Grotesk" pitchFamily="34" charset="-122"/>
                <a:cs typeface="Space Grotesk" pitchFamily="34" charset="-120"/>
              </a:rPr>
              <a:t>00</a:t>
            </a:r>
            <a:endParaRPr lang="en-US" sz="8000" dirty="0"/>
          </a:p>
        </p:txBody>
      </p:sp>
      <p:sp>
        <p:nvSpPr>
          <p:cNvPr id="11" name="Figure label"/>
          <p:cNvSpPr/>
          <p:nvPr>
            <p:ph idx="109" type="body" hasCustomPrompt="1"/>
          </p:nvPr>
        </p:nvSpPr>
        <p:spPr>
          <a:xfrm>
            <a:off x="8143037" y="3566160"/>
            <a:ext cx="3362858" cy="1645920"/>
          </a:xfrm>
          <a:prstGeom prst="rect">
            <a:avLst/>
          </a:prstGeom>
          <a:noFill/>
          <a:ln/>
        </p:spPr>
        <p:txBody>
          <a:bodyPr wrap="square" rtlCol="0"/>
          <a:lstStyle>
            <a:lvl1pPr algn="l" indent="0" marL="0">
              <a:buNone/>
              <a:defRPr lang="en-US" sz="2000" dirty="0">
                <a:solidFill>
                  <a:schemeClr val="tx2"/>
                </a:solidFill>
                <a:latin typeface="Space Grotesk" pitchFamily="34" charset="0"/>
                <a:ea typeface="Space Grotesk" pitchFamily="34" charset="-122"/>
                <a:cs typeface="Space Grotesk" pitchFamily="34" charset="-120"/>
              </a:defRPr>
            </a:lvl1pPr>
          </a:lstStyle>
          <a:p>
            <a:pPr algn="l" indent="0" marL="0">
              <a:buNone/>
            </a:pPr>
            <a:r>
              <a:rPr lang="en-US" sz="2000" dirty="0">
                <a:solidFill>
                  <a:schemeClr val="tx2"/>
                </a:solidFill>
                <a:latin typeface="Space Grotesk" pitchFamily="34" charset="0"/>
                <a:ea typeface="Space Grotesk" pitchFamily="34" charset="-122"/>
                <a:cs typeface="Space Grotesk" pitchFamily="34" charset="-120"/>
              </a:rPr>
              <a:t>What the figure counts</a:t>
            </a:r>
            <a:endParaRPr lang="en-US" sz="2000" dirty="0"/>
          </a:p>
        </p:txBody>
      </p:sp>
      <p:pic>
        <p:nvPicPr>
          <p:cNvPr id="12" name="Slabs logo" descr="Slabs">    </p:cNvPr>
          <p:cNvPicPr>
            <a:picLocks noChangeAspect="1"/>
          </p:cNvPicPr>
          <p:nvPr/>
        </p:nvPicPr>
        <p:blipFill>
          <a:blip r:embed="rId1"/>
          <a:stretch>
            <a:fillRect/>
          </a:stretch>
        </p:blipFill>
        <p:spPr>
          <a:xfrm>
            <a:off x="685800" y="6144768"/>
            <a:ext cx="249631" cy="274320"/>
          </a:xfrm>
          <a:prstGeom prst="rect">
            <a:avLst/>
          </a:prstGeom>
        </p:spPr>
      </p:pic>
      <p:sp>
        <p:nvSpPr>
          <p:cNvPr id="25" name="Slide number"/>
          <p:cNvSpPr>
            <a:spLocks noGrp="1"/>
          </p:cNvSpPr>
          <p:nvPr>
            <p:ph type="sldNum" sz="quarter" idx="4294967295"/>
          </p:nvPr>
        </p:nvSpPr>
        <p:spPr>
          <a:xfrm>
            <a:off x="10591495" y="6126480"/>
            <a:ext cx="91440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E5B56"/>
                </a:solidFill>
                <a:latin typeface="IBM Plex Mono"/>
                <a:ea typeface="IBM Plex Mono"/>
                <a:cs typeface="IBM Plex Mono"/>
              </a:defRPr>
            </a:lvl1pPr>
          </a:lstStyle>
          <a:p>
            <a:pPr algn="r"/>
            <a:fld id="{F7021451-1387-4CA6-816F-3879F97B5CBC}" type="slidenum">
              <a:rPr b="0" lang="en-US"/>
              <a:t>1021</a:t>
            </a:fld>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Slabs Key Figure Picture">
    <p:bg>
      <p:bgPr>
        <a:solidFill>
          <a:srgbClr val="F5F1E8"/>
        </a:solidFill>
      </p:bgPr>
    </p:bg>
    <p:spTree>
      <p:nvGrpSpPr>
        <p:cNvPr id="1" name=""/>
        <p:cNvGrpSpPr/>
        <p:nvPr/>
      </p:nvGrpSpPr>
      <p:grpSpPr>
        <a:xfrm>
          <a:off x="0" y="0"/>
          <a:ext cx="0" cy="0"/>
          <a:chOff x="0" y="0"/>
          <a:chExt cx="0" cy="0"/>
        </a:xfrm>
      </p:grpSpPr>
      <p:sp>
        <p:nvSpPr>
          <p:cNvPr id="2" name="Title"/>
          <p:cNvSpPr/>
          <p:nvPr>
            <p:ph idx="100" type="title" hasCustomPrompt="1"/>
          </p:nvPr>
        </p:nvSpPr>
        <p:spPr>
          <a:xfrm>
            <a:off x="685800" y="548640"/>
            <a:ext cx="4952848" cy="822960"/>
          </a:xfrm>
          <a:prstGeom prst="rect">
            <a:avLst/>
          </a:prstGeom>
          <a:noFill/>
          <a:ln/>
        </p:spPr>
        <p:txBody>
          <a:bodyPr wrap="square" rtlCol="0"/>
          <a:lstStyle>
            <a:lvl1pPr algn="l" indent="0" marL="0">
              <a:buNone/>
              <a:defRPr lang="en-US" sz="4000" b="1" dirty="0">
                <a:solidFill>
                  <a:schemeClr val="tx1"/>
                </a:solidFill>
                <a:latin typeface="Space Grotesk" pitchFamily="34" charset="0"/>
                <a:ea typeface="Space Grotesk" pitchFamily="34" charset="-122"/>
                <a:cs typeface="Space Grotesk" pitchFamily="34" charset="-120"/>
              </a:defRPr>
            </a:lvl1pPr>
          </a:lstStyle>
          <a:p>
            <a:pPr algn="l" indent="0" marL="0">
              <a:buNone/>
            </a:pPr>
            <a:r>
              <a:rPr lang="en-US" sz="4000" b="1" dirty="0">
                <a:solidFill>
                  <a:schemeClr val="tx1"/>
                </a:solidFill>
                <a:latin typeface="Space Grotesk" pitchFamily="34" charset="0"/>
                <a:ea typeface="Space Grotesk" pitchFamily="34" charset="-122"/>
                <a:cs typeface="Space Grotesk" pitchFamily="34" charset="-120"/>
              </a:rPr>
              <a:t>Slide heading</a:t>
            </a:r>
            <a:endParaRPr lang="en-US" sz="4000" dirty="0"/>
          </a:p>
        </p:txBody>
      </p:sp>
      <p:sp>
        <p:nvSpPr>
          <p:cNvPr id="3" name="Figure"/>
          <p:cNvSpPr/>
          <p:nvPr>
            <p:ph idx="101" type="body" hasCustomPrompt="1"/>
          </p:nvPr>
        </p:nvSpPr>
        <p:spPr>
          <a:xfrm>
            <a:off x="685800" y="1874520"/>
            <a:ext cx="4952848" cy="1828800"/>
          </a:xfrm>
          <a:prstGeom prst="rect">
            <a:avLst/>
          </a:prstGeom>
          <a:noFill/>
          <a:ln/>
        </p:spPr>
        <p:txBody>
          <a:bodyPr wrap="square" rtlCol="0"/>
          <a:lstStyle>
            <a:lvl1pPr algn="l" indent="0" marL="0">
              <a:buNone/>
              <a:defRPr lang="en-US" sz="12000" b="1" dirty="0">
                <a:solidFill>
                  <a:schemeClr val="tx1"/>
                </a:solidFill>
                <a:latin typeface="Space Grotesk" pitchFamily="34" charset="0"/>
                <a:ea typeface="Space Grotesk" pitchFamily="34" charset="-122"/>
                <a:cs typeface="Space Grotesk" pitchFamily="34" charset="-120"/>
              </a:defRPr>
            </a:lvl1pPr>
          </a:lstStyle>
          <a:p>
            <a:pPr algn="l" indent="0" marL="0">
              <a:buNone/>
            </a:pPr>
            <a:r>
              <a:rPr lang="en-US" sz="12000" b="1" dirty="0">
                <a:solidFill>
                  <a:schemeClr val="tx1"/>
                </a:solidFill>
                <a:latin typeface="Space Grotesk" pitchFamily="34" charset="0"/>
                <a:ea typeface="Space Grotesk" pitchFamily="34" charset="-122"/>
                <a:cs typeface="Space Grotesk" pitchFamily="34" charset="-120"/>
              </a:rPr>
              <a:t>00</a:t>
            </a:r>
            <a:endParaRPr lang="en-US" sz="12000" dirty="0"/>
          </a:p>
        </p:txBody>
      </p:sp>
      <p:sp>
        <p:nvSpPr>
          <p:cNvPr id="4" name="Figure label"/>
          <p:cNvSpPr/>
          <p:nvPr>
            <p:ph idx="102" type="body" hasCustomPrompt="1"/>
          </p:nvPr>
        </p:nvSpPr>
        <p:spPr>
          <a:xfrm>
            <a:off x="685800" y="3886200"/>
            <a:ext cx="4952848" cy="1463040"/>
          </a:xfrm>
          <a:prstGeom prst="rect">
            <a:avLst/>
          </a:prstGeom>
          <a:noFill/>
          <a:ln/>
        </p:spPr>
        <p:txBody>
          <a:bodyPr wrap="square" rtlCol="0"/>
          <a:lstStyle>
            <a:lvl1pPr algn="l" indent="0" marL="0">
              <a:buNone/>
              <a:defRPr lang="en-US" sz="2400" dirty="0">
                <a:solidFill>
                  <a:schemeClr val="tx2"/>
                </a:solidFill>
                <a:latin typeface="Space Grotesk" pitchFamily="34" charset="0"/>
                <a:ea typeface="Space Grotesk" pitchFamily="34" charset="-122"/>
                <a:cs typeface="Space Grotesk" pitchFamily="34" charset="-120"/>
              </a:defRPr>
            </a:lvl1pPr>
          </a:lstStyle>
          <a:p>
            <a:pPr algn="l" indent="0" marL="0">
              <a:buNone/>
            </a:pPr>
            <a:r>
              <a:rPr lang="en-US" sz="2400" dirty="0">
                <a:solidFill>
                  <a:schemeClr val="tx2"/>
                </a:solidFill>
                <a:latin typeface="Space Grotesk" pitchFamily="34" charset="0"/>
                <a:ea typeface="Space Grotesk" pitchFamily="34" charset="-122"/>
                <a:cs typeface="Space Grotesk" pitchFamily="34" charset="-120"/>
              </a:rPr>
              <a:t>What the figure counts</a:t>
            </a:r>
            <a:endParaRPr lang="en-US" sz="2400" dirty="0"/>
          </a:p>
        </p:txBody>
      </p:sp>
      <p:sp>
        <p:nvSpPr>
          <p:cNvPr id="5" name="Picture"/>
          <p:cNvSpPr/>
          <p:nvPr>
            <p:ph type="pic" idx="103" hasCustomPrompt="1"/>
          </p:nvPr>
        </p:nvSpPr>
        <p:spPr>
          <a:xfrm>
            <a:off x="6095848" y="0"/>
            <a:ext cx="6095848" cy="6858000"/>
          </a:xfrm>
          <a:prstGeom prst="rect">
            <a:avLst/>
          </a:prstGeom>
          <a:noFill/>
          <a:ln/>
        </p:spPr>
        <p:txBody>
          <a:bodyPr wrap="square" rtlCol="0"/>
          <a:lstStyle>
            <a:lvl1pPr algn="l" indent="0" marL="0">
              <a:buNone/>
              <a:defRPr lang="en-US" sz="1400" dirty="0">
                <a:solidFill>
                  <a:schemeClr val="tx2"/>
                </a:solidFill>
                <a:latin typeface="Space Grotesk" pitchFamily="34" charset="0"/>
                <a:ea typeface="Space Grotesk" pitchFamily="34" charset="-122"/>
                <a:cs typeface="Space Grotesk" pitchFamily="34" charset="-120"/>
              </a:defRPr>
            </a:lvl1pPr>
          </a:lstStyle>
          <a:p>
            <a:pPr algn="l" indent="0" marL="0">
              <a:buNone/>
            </a:pPr>
            <a:r>
              <a:rPr lang="en-US" sz="1400" dirty="0">
                <a:solidFill>
                  <a:schemeClr val="tx2"/>
                </a:solidFill>
                <a:latin typeface="Space Grotesk" pitchFamily="34" charset="0"/>
                <a:ea typeface="Space Grotesk" pitchFamily="34" charset="-122"/>
                <a:cs typeface="Space Grotesk" pitchFamily="34" charset="-120"/>
              </a:rPr>
              <a:t>Picture</a:t>
            </a:r>
            <a:endParaRPr lang="en-US" sz="1400" dirty="0"/>
          </a:p>
        </p:txBody>
      </p:sp>
      <p:pic>
        <p:nvPicPr>
          <p:cNvPr id="6" name="Slabs logo" descr="Slabs">    </p:cNvPr>
          <p:cNvPicPr>
            <a:picLocks noChangeAspect="1"/>
          </p:cNvPicPr>
          <p:nvPr/>
        </p:nvPicPr>
        <p:blipFill>
          <a:blip r:embed="rId1"/>
          <a:stretch>
            <a:fillRect/>
          </a:stretch>
        </p:blipFill>
        <p:spPr>
          <a:xfrm>
            <a:off x="685800" y="6144768"/>
            <a:ext cx="249631" cy="274320"/>
          </a:xfrm>
          <a:prstGeom prst="rect">
            <a:avLst/>
          </a:prstGeom>
        </p:spPr>
      </p:pic>
      <p:sp>
        <p:nvSpPr>
          <p:cNvPr id="25" name="Slide number"/>
          <p:cNvSpPr>
            <a:spLocks noGrp="1"/>
          </p:cNvSpPr>
          <p:nvPr>
            <p:ph type="sldNum" sz="quarter" idx="4294967295"/>
          </p:nvPr>
        </p:nvSpPr>
        <p:spPr>
          <a:xfrm>
            <a:off x="4724248" y="6126480"/>
            <a:ext cx="91440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E5B56"/>
                </a:solidFill>
                <a:latin typeface="IBM Plex Mono"/>
                <a:ea typeface="IBM Plex Mono"/>
                <a:cs typeface="IBM Plex Mono"/>
              </a:defRPr>
            </a:lvl1pPr>
          </a:lstStyle>
          <a:p>
            <a:pPr algn="r"/>
            <a:fld id="{F7021451-1387-4CA6-816F-3879F97B5CBC}" type="slidenum">
              <a:rPr b="0" lang="en-US"/>
              <a:t>1022</a:t>
            </a:fld>
            <a:endParaRPr 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Slabs Key Figure Dark">
    <p:bg>
      <p:bgPr>
        <a:solidFill>
          <a:srgbClr val="333334"/>
        </a:solidFill>
      </p:bgPr>
    </p:bg>
    <p:spTree>
      <p:nvGrpSpPr>
        <p:cNvPr id="1" name=""/>
        <p:cNvGrpSpPr/>
        <p:nvPr/>
      </p:nvGrpSpPr>
      <p:grpSpPr>
        <a:xfrm>
          <a:off x="0" y="0"/>
          <a:ext cx="0" cy="0"/>
          <a:chOff x="0" y="0"/>
          <a:chExt cx="0" cy="0"/>
        </a:xfrm>
      </p:grpSpPr>
      <p:sp>
        <p:nvSpPr>
          <p:cNvPr id="2" name="Figure"/>
          <p:cNvSpPr/>
          <p:nvPr>
            <p:ph idx="100" type="body" hasCustomPrompt="1"/>
          </p:nvPr>
        </p:nvSpPr>
        <p:spPr>
          <a:xfrm>
            <a:off x="685800" y="1097280"/>
            <a:ext cx="10515600" cy="2468880"/>
          </a:xfrm>
          <a:prstGeom prst="rect">
            <a:avLst/>
          </a:prstGeom>
          <a:noFill/>
          <a:ln/>
        </p:spPr>
        <p:txBody>
          <a:bodyPr wrap="square" rtlCol="0"/>
          <a:lstStyle>
            <a:lvl1pPr algn="l" indent="0" marL="0">
              <a:buNone/>
              <a:defRPr lang="en-US" sz="16000" b="1" dirty="0">
                <a:solidFill>
                  <a:schemeClr val="bg1"/>
                </a:solidFill>
                <a:latin typeface="Space Grotesk" pitchFamily="34" charset="0"/>
                <a:ea typeface="Space Grotesk" pitchFamily="34" charset="-122"/>
                <a:cs typeface="Space Grotesk" pitchFamily="34" charset="-120"/>
              </a:defRPr>
            </a:lvl1pPr>
          </a:lstStyle>
          <a:p>
            <a:pPr algn="l" indent="0" marL="0">
              <a:buNone/>
            </a:pPr>
            <a:r>
              <a:rPr lang="en-US" sz="16000" b="1" dirty="0">
                <a:solidFill>
                  <a:schemeClr val="bg1"/>
                </a:solidFill>
                <a:latin typeface="Space Grotesk" pitchFamily="34" charset="0"/>
                <a:ea typeface="Space Grotesk" pitchFamily="34" charset="-122"/>
                <a:cs typeface="Space Grotesk" pitchFamily="34" charset="-120"/>
              </a:rPr>
              <a:t>00</a:t>
            </a:r>
            <a:endParaRPr lang="en-US" sz="16000" dirty="0"/>
          </a:p>
        </p:txBody>
      </p:sp>
      <p:sp>
        <p:nvSpPr>
          <p:cNvPr id="3" name="Slab"/>
          <p:cNvSpPr/>
          <p:nvPr/>
        </p:nvSpPr>
        <p:spPr>
          <a:xfrm>
            <a:off x="685800" y="3794760"/>
            <a:ext cx="731520" cy="146304"/>
          </a:xfrm>
          <a:prstGeom prst="rect">
            <a:avLst/>
          </a:prstGeom>
          <a:solidFill>
            <a:srgbClr val="ED6A20"/>
          </a:solidFill>
          <a:ln w="12700">
            <a:solidFill>
              <a:srgbClr val="ED6A20"/>
            </a:solidFill>
            <a:prstDash val="solid"/>
          </a:ln>
        </p:spPr>
      </p:sp>
      <p:sp>
        <p:nvSpPr>
          <p:cNvPr id="4" name="Figure label"/>
          <p:cNvSpPr/>
          <p:nvPr>
            <p:ph idx="102" type="body" hasCustomPrompt="1"/>
          </p:nvPr>
        </p:nvSpPr>
        <p:spPr>
          <a:xfrm>
            <a:off x="685800" y="4160520"/>
            <a:ext cx="10515600" cy="1097280"/>
          </a:xfrm>
          <a:prstGeom prst="rect">
            <a:avLst/>
          </a:prstGeom>
          <a:noFill/>
          <a:ln/>
        </p:spPr>
        <p:txBody>
          <a:bodyPr wrap="square" rtlCol="0"/>
          <a:lstStyle>
            <a:lvl1pPr algn="l" indent="0" marL="0">
              <a:buNone/>
              <a:defRPr lang="en-US" sz="2800" dirty="0">
                <a:solidFill>
                  <a:srgbClr val="B3AEA6"/>
                </a:solidFill>
                <a:latin typeface="Space Grotesk" pitchFamily="34" charset="0"/>
                <a:ea typeface="Space Grotesk" pitchFamily="34" charset="-122"/>
                <a:cs typeface="Space Grotesk" pitchFamily="34" charset="-120"/>
              </a:defRPr>
            </a:lvl1pPr>
          </a:lstStyle>
          <a:p>
            <a:pPr algn="l" indent="0" marL="0">
              <a:buNone/>
            </a:pPr>
            <a:r>
              <a:rPr lang="en-US" sz="2800" dirty="0">
                <a:solidFill>
                  <a:srgbClr val="B3AEA6"/>
                </a:solidFill>
                <a:latin typeface="Space Grotesk" pitchFamily="34" charset="0"/>
                <a:ea typeface="Space Grotesk" pitchFamily="34" charset="-122"/>
                <a:cs typeface="Space Grotesk" pitchFamily="34" charset="-120"/>
              </a:rPr>
              <a:t>What the figure counts</a:t>
            </a:r>
            <a:endParaRPr lang="en-US" sz="2800" dirty="0"/>
          </a:p>
        </p:txBody>
      </p:sp>
      <p:pic>
        <p:nvPicPr>
          <p:cNvPr id="5" name="Slabs logo" descr="Slabs">    </p:cNvPr>
          <p:cNvPicPr>
            <a:picLocks noChangeAspect="1"/>
          </p:cNvPicPr>
          <p:nvPr/>
        </p:nvPicPr>
        <p:blipFill>
          <a:blip r:embed="rId1"/>
          <a:stretch>
            <a:fillRect/>
          </a:stretch>
        </p:blipFill>
        <p:spPr>
          <a:xfrm>
            <a:off x="685800" y="6144768"/>
            <a:ext cx="249631" cy="274320"/>
          </a:xfrm>
          <a:prstGeom prst="rect">
            <a:avLst/>
          </a:prstGeom>
        </p:spPr>
      </p:pic>
      <p:sp>
        <p:nvSpPr>
          <p:cNvPr id="25" name="Slide number"/>
          <p:cNvSpPr>
            <a:spLocks noGrp="1"/>
          </p:cNvSpPr>
          <p:nvPr>
            <p:ph type="sldNum" sz="quarter" idx="4294967295"/>
          </p:nvPr>
        </p:nvSpPr>
        <p:spPr>
          <a:xfrm>
            <a:off x="10591495" y="6126480"/>
            <a:ext cx="91440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B3AEA6"/>
                </a:solidFill>
                <a:latin typeface="IBM Plex Mono"/>
                <a:ea typeface="IBM Plex Mono"/>
                <a:cs typeface="IBM Plex Mono"/>
              </a:defRPr>
            </a:lvl1pPr>
          </a:lstStyle>
          <a:p>
            <a:pPr algn="r"/>
            <a:fld id="{F7021451-1387-4CA6-816F-3879F97B5CBC}" type="slidenum">
              <a:rPr b="0" lang="en-US"/>
              <a:t>1023</a:t>
            </a:fld>
            <a:endParaRPr 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Slabs Chart">
    <p:bg>
      <p:bgPr>
        <a:solidFill>
          <a:srgbClr val="F5F1E8"/>
        </a:solidFill>
      </p:bgPr>
    </p:bg>
    <p:spTree>
      <p:nvGrpSpPr>
        <p:cNvPr id="1" name=""/>
        <p:cNvGrpSpPr/>
        <p:nvPr/>
      </p:nvGrpSpPr>
      <p:grpSpPr>
        <a:xfrm>
          <a:off x="0" y="0"/>
          <a:ext cx="0" cy="0"/>
          <a:chOff x="0" y="0"/>
          <a:chExt cx="0" cy="0"/>
        </a:xfrm>
      </p:grpSpPr>
      <p:sp>
        <p:nvSpPr>
          <p:cNvPr id="2" name="Title"/>
          <p:cNvSpPr/>
          <p:nvPr>
            <p:ph idx="100" type="title" hasCustomPrompt="1"/>
          </p:nvPr>
        </p:nvSpPr>
        <p:spPr>
          <a:xfrm>
            <a:off x="685800" y="548640"/>
            <a:ext cx="10789920" cy="822960"/>
          </a:xfrm>
          <a:prstGeom prst="rect">
            <a:avLst/>
          </a:prstGeom>
          <a:noFill/>
          <a:ln/>
        </p:spPr>
        <p:txBody>
          <a:bodyPr wrap="square" rtlCol="0"/>
          <a:lstStyle>
            <a:lvl1pPr algn="l" indent="0" marL="0">
              <a:buNone/>
              <a:defRPr lang="en-US" sz="4000" b="1" dirty="0">
                <a:solidFill>
                  <a:schemeClr val="tx1"/>
                </a:solidFill>
                <a:latin typeface="Space Grotesk" pitchFamily="34" charset="0"/>
                <a:ea typeface="Space Grotesk" pitchFamily="34" charset="-122"/>
                <a:cs typeface="Space Grotesk" pitchFamily="34" charset="-120"/>
              </a:defRPr>
            </a:lvl1pPr>
          </a:lstStyle>
          <a:p>
            <a:pPr algn="l" indent="0" marL="0">
              <a:buNone/>
            </a:pPr>
            <a:r>
              <a:rPr lang="en-US" sz="4000" b="1" dirty="0">
                <a:solidFill>
                  <a:schemeClr val="tx1"/>
                </a:solidFill>
                <a:latin typeface="Space Grotesk" pitchFamily="34" charset="0"/>
                <a:ea typeface="Space Grotesk" pitchFamily="34" charset="-122"/>
                <a:cs typeface="Space Grotesk" pitchFamily="34" charset="-120"/>
              </a:rPr>
              <a:t>Slide heading</a:t>
            </a:r>
            <a:endParaRPr lang="en-US" sz="4000" dirty="0"/>
          </a:p>
        </p:txBody>
      </p:sp>
      <p:sp>
        <p:nvSpPr>
          <p:cNvPr id="3" name="Chart"/>
          <p:cNvSpPr/>
          <p:nvPr>
            <p:ph idx="101" type="chart" hasCustomPrompt="1"/>
          </p:nvPr>
        </p:nvSpPr>
        <p:spPr>
          <a:xfrm>
            <a:off x="685800" y="1691640"/>
            <a:ext cx="7223760" cy="4069080"/>
          </a:xfrm>
          <a:prstGeom prst="rect">
            <a:avLst/>
          </a:prstGeom>
          <a:noFill/>
          <a:ln/>
        </p:spPr>
        <p:txBody>
          <a:bodyPr wrap="square" rtlCol="0"/>
          <a:lstStyle>
            <a:lvl1pPr algn="l" indent="0" marL="0">
              <a:buNone/>
              <a:defRPr lang="en-US" dirty="0">
                <a:solidFill>
                  <a:schemeClr val="tx2"/>
                </a:solidFill>
                <a:latin typeface="Space Grotesk" pitchFamily="34" charset="0"/>
                <a:ea typeface="Space Grotesk" pitchFamily="34" charset="-122"/>
                <a:cs typeface="Space Grotesk" pitchFamily="34" charset="-120"/>
              </a:defRPr>
            </a:lvl1pPr>
          </a:lstStyle>
          <a:p>
            <a:pPr algn="l" indent="0" marL="0">
              <a:buNone/>
            </a:pPr>
            <a:r>
              <a:rPr lang="en-US" dirty="0">
                <a:solidFill>
                  <a:schemeClr val="tx2"/>
                </a:solidFill>
                <a:latin typeface="Space Grotesk" pitchFamily="34" charset="0"/>
                <a:ea typeface="Space Grotesk" pitchFamily="34" charset="-122"/>
                <a:cs typeface="Space Grotesk" pitchFamily="34" charset="-120"/>
              </a:rPr>
              <a:t>Chart</a:t>
            </a:r>
            <a:endParaRPr lang="en-US" dirty="0"/>
          </a:p>
        </p:txBody>
      </p:sp>
      <p:sp>
        <p:nvSpPr>
          <p:cNvPr id="4" name="Commentary"/>
          <p:cNvSpPr/>
          <p:nvPr>
            <p:ph idx="102" type="body" hasCustomPrompt="1"/>
          </p:nvPr>
        </p:nvSpPr>
        <p:spPr>
          <a:xfrm>
            <a:off x="8366760" y="1691640"/>
            <a:ext cx="3139135" cy="4069080"/>
          </a:xfrm>
          <a:prstGeom prst="rect">
            <a:avLst/>
          </a:prstGeom>
          <a:noFill/>
          <a:ln/>
        </p:spPr>
        <p:txBody>
          <a:bodyPr wrap="square" rtlCol="0"/>
          <a:lstStyle>
            <a:lvl1pPr algn="l" indent="0" marL="0">
              <a:spcAft>
                <a:spcPts val="1000"/>
              </a:spcAft>
              <a:buNone/>
              <a:defRPr lang="en-US" sz="2000" dirty="0">
                <a:solidFill>
                  <a:schemeClr val="tx1"/>
                </a:solidFill>
                <a:latin typeface="Space Grotesk" pitchFamily="34" charset="0"/>
                <a:ea typeface="Space Grotesk" pitchFamily="34" charset="-122"/>
                <a:cs typeface="Space Grotesk" pitchFamily="34" charset="-120"/>
              </a:defRPr>
            </a:lvl1pPr>
          </a:lstStyle>
          <a:p>
            <a:pPr algn="l" indent="0" marL="0">
              <a:spcAft>
                <a:spcPts val="1000"/>
              </a:spcAft>
              <a:buNone/>
            </a:pPr>
            <a:r>
              <a:rPr lang="en-US" sz="2000" dirty="0">
                <a:solidFill>
                  <a:schemeClr val="tx1"/>
                </a:solidFill>
                <a:latin typeface="Space Grotesk" pitchFamily="34" charset="0"/>
                <a:ea typeface="Space Grotesk" pitchFamily="34" charset="-122"/>
                <a:cs typeface="Space Grotesk" pitchFamily="34" charset="-120"/>
              </a:rPr>
              <a:t>What the chart shows</a:t>
            </a:r>
            <a:endParaRPr lang="en-US" sz="2000" dirty="0"/>
          </a:p>
        </p:txBody>
      </p:sp>
      <p:pic>
        <p:nvPicPr>
          <p:cNvPr id="5" name="Slabs logo" descr="Slabs">    </p:cNvPr>
          <p:cNvPicPr>
            <a:picLocks noChangeAspect="1"/>
          </p:cNvPicPr>
          <p:nvPr/>
        </p:nvPicPr>
        <p:blipFill>
          <a:blip r:embed="rId1"/>
          <a:stretch>
            <a:fillRect/>
          </a:stretch>
        </p:blipFill>
        <p:spPr>
          <a:xfrm>
            <a:off x="685800" y="6144768"/>
            <a:ext cx="249631" cy="274320"/>
          </a:xfrm>
          <a:prstGeom prst="rect">
            <a:avLst/>
          </a:prstGeom>
        </p:spPr>
      </p:pic>
      <p:sp>
        <p:nvSpPr>
          <p:cNvPr id="25" name="Slide number"/>
          <p:cNvSpPr>
            <a:spLocks noGrp="1"/>
          </p:cNvSpPr>
          <p:nvPr>
            <p:ph type="sldNum" sz="quarter" idx="4294967295"/>
          </p:nvPr>
        </p:nvSpPr>
        <p:spPr>
          <a:xfrm>
            <a:off x="10591495" y="6126480"/>
            <a:ext cx="91440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E5B56"/>
                </a:solidFill>
                <a:latin typeface="IBM Plex Mono"/>
                <a:ea typeface="IBM Plex Mono"/>
                <a:cs typeface="IBM Plex Mono"/>
              </a:defRPr>
            </a:lvl1pPr>
          </a:lstStyle>
          <a:p>
            <a:pPr algn="r"/>
            <a:fld id="{F7021451-1387-4CA6-816F-3879F97B5CBC}" type="slidenum">
              <a:rPr b="0" lang="en-US"/>
              <a:t>1024</a:t>
            </a:fld>
            <a:endParaRPr 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Slabs Table">
    <p:bg>
      <p:bgPr>
        <a:solidFill>
          <a:srgbClr val="F5F1E8"/>
        </a:solidFill>
      </p:bgPr>
    </p:bg>
    <p:spTree>
      <p:nvGrpSpPr>
        <p:cNvPr id="1" name=""/>
        <p:cNvGrpSpPr/>
        <p:nvPr/>
      </p:nvGrpSpPr>
      <p:grpSpPr>
        <a:xfrm>
          <a:off x="0" y="0"/>
          <a:ext cx="0" cy="0"/>
          <a:chOff x="0" y="0"/>
          <a:chExt cx="0" cy="0"/>
        </a:xfrm>
      </p:grpSpPr>
      <p:sp>
        <p:nvSpPr>
          <p:cNvPr id="2" name="Title"/>
          <p:cNvSpPr/>
          <p:nvPr>
            <p:ph idx="100" type="title" hasCustomPrompt="1"/>
          </p:nvPr>
        </p:nvSpPr>
        <p:spPr>
          <a:xfrm>
            <a:off x="685800" y="548640"/>
            <a:ext cx="10789920" cy="822960"/>
          </a:xfrm>
          <a:prstGeom prst="rect">
            <a:avLst/>
          </a:prstGeom>
          <a:noFill/>
          <a:ln/>
        </p:spPr>
        <p:txBody>
          <a:bodyPr wrap="square" rtlCol="0"/>
          <a:lstStyle>
            <a:lvl1pPr algn="l" indent="0" marL="0">
              <a:buNone/>
              <a:defRPr lang="en-US" sz="4000" b="1" dirty="0">
                <a:solidFill>
                  <a:schemeClr val="tx1"/>
                </a:solidFill>
                <a:latin typeface="Space Grotesk" pitchFamily="34" charset="0"/>
                <a:ea typeface="Space Grotesk" pitchFamily="34" charset="-122"/>
                <a:cs typeface="Space Grotesk" pitchFamily="34" charset="-120"/>
              </a:defRPr>
            </a:lvl1pPr>
          </a:lstStyle>
          <a:p>
            <a:pPr algn="l" indent="0" marL="0">
              <a:buNone/>
            </a:pPr>
            <a:r>
              <a:rPr lang="en-US" sz="4000" b="1" dirty="0">
                <a:solidFill>
                  <a:schemeClr val="tx1"/>
                </a:solidFill>
                <a:latin typeface="Space Grotesk" pitchFamily="34" charset="0"/>
                <a:ea typeface="Space Grotesk" pitchFamily="34" charset="-122"/>
                <a:cs typeface="Space Grotesk" pitchFamily="34" charset="-120"/>
              </a:rPr>
              <a:t>Slide heading</a:t>
            </a:r>
            <a:endParaRPr lang="en-US" sz="4000" dirty="0"/>
          </a:p>
        </p:txBody>
      </p:sp>
      <p:sp>
        <p:nvSpPr>
          <p:cNvPr id="3" name="Table"/>
          <p:cNvSpPr/>
          <p:nvPr>
            <p:ph type="tbl" idx="101" hasCustomPrompt="1"/>
          </p:nvPr>
        </p:nvSpPr>
        <p:spPr>
          <a:xfrm>
            <a:off x="685800" y="1691640"/>
            <a:ext cx="10820095" cy="4069080"/>
          </a:xfrm>
          <a:prstGeom prst="rect">
            <a:avLst/>
          </a:prstGeom>
          <a:noFill/>
          <a:ln/>
        </p:spPr>
        <p:txBody>
          <a:bodyPr wrap="square" rtlCol="0"/>
          <a:lstStyle>
            <a:lvl1pPr algn="l" indent="0" marL="0">
              <a:buNone/>
              <a:defRPr lang="en-US" dirty="0">
                <a:solidFill>
                  <a:schemeClr val="tx2"/>
                </a:solidFill>
                <a:latin typeface="Space Grotesk" pitchFamily="34" charset="0"/>
                <a:ea typeface="Space Grotesk" pitchFamily="34" charset="-122"/>
                <a:cs typeface="Space Grotesk" pitchFamily="34" charset="-120"/>
              </a:defRPr>
            </a:lvl1pPr>
          </a:lstStyle>
          <a:p>
            <a:pPr algn="l" indent="0" marL="0">
              <a:buNone/>
            </a:pPr>
            <a:r>
              <a:rPr lang="en-US" dirty="0">
                <a:solidFill>
                  <a:schemeClr val="tx2"/>
                </a:solidFill>
                <a:latin typeface="Space Grotesk" pitchFamily="34" charset="0"/>
                <a:ea typeface="Space Grotesk" pitchFamily="34" charset="-122"/>
                <a:cs typeface="Space Grotesk" pitchFamily="34" charset="-120"/>
              </a:rPr>
              <a:t>Table</a:t>
            </a:r>
            <a:endParaRPr lang="en-US" dirty="0"/>
          </a:p>
        </p:txBody>
      </p:sp>
      <p:pic>
        <p:nvPicPr>
          <p:cNvPr id="4" name="Slabs logo" descr="Slabs">    </p:cNvPr>
          <p:cNvPicPr>
            <a:picLocks noChangeAspect="1"/>
          </p:cNvPicPr>
          <p:nvPr/>
        </p:nvPicPr>
        <p:blipFill>
          <a:blip r:embed="rId1"/>
          <a:stretch>
            <a:fillRect/>
          </a:stretch>
        </p:blipFill>
        <p:spPr>
          <a:xfrm>
            <a:off x="685800" y="6144768"/>
            <a:ext cx="249631" cy="274320"/>
          </a:xfrm>
          <a:prstGeom prst="rect">
            <a:avLst/>
          </a:prstGeom>
        </p:spPr>
      </p:pic>
      <p:sp>
        <p:nvSpPr>
          <p:cNvPr id="25" name="Slide number"/>
          <p:cNvSpPr>
            <a:spLocks noGrp="1"/>
          </p:cNvSpPr>
          <p:nvPr>
            <p:ph type="sldNum" sz="quarter" idx="4294967295"/>
          </p:nvPr>
        </p:nvSpPr>
        <p:spPr>
          <a:xfrm>
            <a:off x="10591495" y="6126480"/>
            <a:ext cx="91440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E5B56"/>
                </a:solidFill>
                <a:latin typeface="IBM Plex Mono"/>
                <a:ea typeface="IBM Plex Mono"/>
                <a:cs typeface="IBM Plex Mono"/>
              </a:defRPr>
            </a:lvl1pPr>
          </a:lstStyle>
          <a:p>
            <a:pPr algn="r"/>
            <a:fld id="{F7021451-1387-4CA6-816F-3879F97B5CBC}" type="slidenum">
              <a:rPr b="0" lang="en-US"/>
              <a:t>1025</a:t>
            </a:fld>
            <a:endParaRPr 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Slabs Process 3">
    <p:bg>
      <p:bgPr>
        <a:solidFill>
          <a:srgbClr val="F5F1E8"/>
        </a:solidFill>
      </p:bgPr>
    </p:bg>
    <p:spTree>
      <p:nvGrpSpPr>
        <p:cNvPr id="1" name=""/>
        <p:cNvGrpSpPr/>
        <p:nvPr/>
      </p:nvGrpSpPr>
      <p:grpSpPr>
        <a:xfrm>
          <a:off x="0" y="0"/>
          <a:ext cx="0" cy="0"/>
          <a:chOff x="0" y="0"/>
          <a:chExt cx="0" cy="0"/>
        </a:xfrm>
      </p:grpSpPr>
      <p:sp>
        <p:nvSpPr>
          <p:cNvPr id="2" name="Title"/>
          <p:cNvSpPr/>
          <p:nvPr>
            <p:ph idx="100" type="title" hasCustomPrompt="1"/>
          </p:nvPr>
        </p:nvSpPr>
        <p:spPr>
          <a:xfrm>
            <a:off x="685800" y="548640"/>
            <a:ext cx="10789920" cy="822960"/>
          </a:xfrm>
          <a:prstGeom prst="rect">
            <a:avLst/>
          </a:prstGeom>
          <a:noFill/>
          <a:ln/>
        </p:spPr>
        <p:txBody>
          <a:bodyPr wrap="square" rtlCol="0"/>
          <a:lstStyle>
            <a:lvl1pPr algn="l" indent="0" marL="0">
              <a:buNone/>
              <a:defRPr lang="en-US" sz="4000" b="1" dirty="0">
                <a:solidFill>
                  <a:schemeClr val="tx1"/>
                </a:solidFill>
                <a:latin typeface="Space Grotesk" pitchFamily="34" charset="0"/>
                <a:ea typeface="Space Grotesk" pitchFamily="34" charset="-122"/>
                <a:cs typeface="Space Grotesk" pitchFamily="34" charset="-120"/>
              </a:defRPr>
            </a:lvl1pPr>
          </a:lstStyle>
          <a:p>
            <a:pPr algn="l" indent="0" marL="0">
              <a:buNone/>
            </a:pPr>
            <a:r>
              <a:rPr lang="en-US" sz="4000" b="1" dirty="0">
                <a:solidFill>
                  <a:schemeClr val="tx1"/>
                </a:solidFill>
                <a:latin typeface="Space Grotesk" pitchFamily="34" charset="0"/>
                <a:ea typeface="Space Grotesk" pitchFamily="34" charset="-122"/>
                <a:cs typeface="Space Grotesk" pitchFamily="34" charset="-120"/>
              </a:rPr>
              <a:t>Slide heading</a:t>
            </a:r>
            <a:endParaRPr lang="en-US" sz="4000" dirty="0"/>
          </a:p>
        </p:txBody>
      </p:sp>
      <p:sp>
        <p:nvSpPr>
          <p:cNvPr id="3" name="Rule"/>
          <p:cNvSpPr/>
          <p:nvPr/>
        </p:nvSpPr>
        <p:spPr>
          <a:xfrm>
            <a:off x="685800" y="1737360"/>
            <a:ext cx="3362858" cy="0"/>
          </a:xfrm>
          <a:prstGeom prst="line">
            <a:avLst/>
          </a:prstGeom>
          <a:noFill/>
          <a:ln w="12700">
            <a:solidFill>
              <a:srgbClr val="DCD5C6"/>
            </a:solidFill>
            <a:prstDash val="solid"/>
          </a:ln>
        </p:spPr>
      </p:sp>
      <p:sp>
        <p:nvSpPr>
          <p:cNvPr id="4" name="Step number"/>
          <p:cNvSpPr/>
          <p:nvPr>
            <p:ph idx="102" type="body" hasCustomPrompt="1"/>
          </p:nvPr>
        </p:nvSpPr>
        <p:spPr>
          <a:xfrm>
            <a:off x="685800" y="1920240"/>
            <a:ext cx="3362858" cy="365760"/>
          </a:xfrm>
          <a:prstGeom prst="rect">
            <a:avLst/>
          </a:prstGeom>
          <a:noFill/>
          <a:ln/>
        </p:spPr>
        <p:txBody>
          <a:bodyPr wrap="square" rtlCol="0"/>
          <a:lstStyle>
            <a:lvl1pPr algn="l" indent="0" marL="0">
              <a:buNone/>
              <a:defRPr lang="en-US" sz="1600" b="1" dirty="0">
                <a:solidFill>
                  <a:schemeClr val="tx2"/>
                </a:solidFill>
                <a:latin typeface="IBM Plex Mono" pitchFamily="34" charset="0"/>
                <a:ea typeface="IBM Plex Mono" pitchFamily="34" charset="-122"/>
                <a:cs typeface="IBM Plex Mono" pitchFamily="34" charset="-120"/>
              </a:defRPr>
            </a:lvl1pPr>
          </a:lstStyle>
          <a:p>
            <a:pPr algn="l" indent="0" marL="0">
              <a:buNone/>
            </a:pPr>
            <a:r>
              <a:rPr lang="en-US" sz="1600" b="1" dirty="0">
                <a:solidFill>
                  <a:schemeClr val="tx2"/>
                </a:solidFill>
                <a:latin typeface="IBM Plex Mono" pitchFamily="34" charset="0"/>
                <a:ea typeface="IBM Plex Mono" pitchFamily="34" charset="-122"/>
                <a:cs typeface="IBM Plex Mono" pitchFamily="34" charset="-120"/>
              </a:rPr>
              <a:t>Step 1</a:t>
            </a:r>
            <a:endParaRPr lang="en-US" sz="1600" dirty="0"/>
          </a:p>
        </p:txBody>
      </p:sp>
      <p:sp>
        <p:nvSpPr>
          <p:cNvPr id="5" name="Step title"/>
          <p:cNvSpPr/>
          <p:nvPr>
            <p:ph idx="103" type="body" hasCustomPrompt="1"/>
          </p:nvPr>
        </p:nvSpPr>
        <p:spPr>
          <a:xfrm>
            <a:off x="685800" y="2377440"/>
            <a:ext cx="3362858" cy="868680"/>
          </a:xfrm>
          <a:prstGeom prst="rect">
            <a:avLst/>
          </a:prstGeom>
          <a:noFill/>
          <a:ln/>
        </p:spPr>
        <p:txBody>
          <a:bodyPr wrap="square" rtlCol="0"/>
          <a:lstStyle>
            <a:lvl1pPr algn="l" indent="0" marL="0">
              <a:buNone/>
              <a:defRPr lang="en-US" sz="2400" b="1" dirty="0">
                <a:solidFill>
                  <a:schemeClr val="tx1"/>
                </a:solidFill>
                <a:latin typeface="Space Grotesk" pitchFamily="34" charset="0"/>
                <a:ea typeface="Space Grotesk" pitchFamily="34" charset="-122"/>
                <a:cs typeface="Space Grotesk" pitchFamily="34" charset="-120"/>
              </a:defRPr>
            </a:lvl1pPr>
          </a:lstStyle>
          <a:p>
            <a:pPr algn="l" indent="0" marL="0">
              <a:buNone/>
            </a:pPr>
            <a:r>
              <a:rPr lang="en-US" sz="2400" b="1" dirty="0">
                <a:solidFill>
                  <a:schemeClr val="tx1"/>
                </a:solidFill>
                <a:latin typeface="Space Grotesk" pitchFamily="34" charset="0"/>
                <a:ea typeface="Space Grotesk" pitchFamily="34" charset="-122"/>
                <a:cs typeface="Space Grotesk" pitchFamily="34" charset="-120"/>
              </a:rPr>
              <a:t>Step</a:t>
            </a:r>
            <a:endParaRPr lang="en-US" sz="2400" dirty="0"/>
          </a:p>
        </p:txBody>
      </p:sp>
      <p:sp>
        <p:nvSpPr>
          <p:cNvPr id="6" name="Step text"/>
          <p:cNvSpPr/>
          <p:nvPr>
            <p:ph idx="104" type="body" hasCustomPrompt="1"/>
          </p:nvPr>
        </p:nvSpPr>
        <p:spPr>
          <a:xfrm>
            <a:off x="685800" y="3337560"/>
            <a:ext cx="3362858" cy="2423160"/>
          </a:xfrm>
          <a:prstGeom prst="rect">
            <a:avLst/>
          </a:prstGeom>
          <a:noFill/>
          <a:ln/>
        </p:spPr>
        <p:txBody>
          <a:bodyPr wrap="square" rtlCol="0"/>
          <a:lstStyle>
            <a:lvl1pPr algn="l" indent="0" marL="0">
              <a:buNone/>
              <a:defRPr lang="en-US" sz="2000" dirty="0">
                <a:solidFill>
                  <a:schemeClr val="tx1"/>
                </a:solidFill>
                <a:latin typeface="Space Grotesk" pitchFamily="34" charset="0"/>
                <a:ea typeface="Space Grotesk" pitchFamily="34" charset="-122"/>
                <a:cs typeface="Space Grotesk" pitchFamily="34" charset="-120"/>
              </a:defRPr>
            </a:lvl1pPr>
          </a:lstStyle>
          <a:p>
            <a:pPr algn="l" indent="0" marL="0">
              <a:buNone/>
            </a:pPr>
            <a:r>
              <a:rPr lang="en-US" sz="2000" dirty="0">
                <a:solidFill>
                  <a:schemeClr val="tx1"/>
                </a:solidFill>
                <a:latin typeface="Space Grotesk" pitchFamily="34" charset="0"/>
                <a:ea typeface="Space Grotesk" pitchFamily="34" charset="-122"/>
                <a:cs typeface="Space Grotesk" pitchFamily="34" charset="-120"/>
              </a:rPr>
              <a:t>What happens</a:t>
            </a:r>
            <a:endParaRPr lang="en-US" sz="2000" dirty="0"/>
          </a:p>
        </p:txBody>
      </p:sp>
      <p:sp>
        <p:nvSpPr>
          <p:cNvPr id="7" name="Rule"/>
          <p:cNvSpPr/>
          <p:nvPr/>
        </p:nvSpPr>
        <p:spPr>
          <a:xfrm>
            <a:off x="4414418" y="1737360"/>
            <a:ext cx="3362858" cy="0"/>
          </a:xfrm>
          <a:prstGeom prst="line">
            <a:avLst/>
          </a:prstGeom>
          <a:noFill/>
          <a:ln w="12700">
            <a:solidFill>
              <a:srgbClr val="DCD5C6"/>
            </a:solidFill>
            <a:prstDash val="solid"/>
          </a:ln>
        </p:spPr>
      </p:sp>
      <p:sp>
        <p:nvSpPr>
          <p:cNvPr id="8" name="Step number"/>
          <p:cNvSpPr/>
          <p:nvPr>
            <p:ph idx="106" type="body" hasCustomPrompt="1"/>
          </p:nvPr>
        </p:nvSpPr>
        <p:spPr>
          <a:xfrm>
            <a:off x="4414418" y="1920240"/>
            <a:ext cx="3362858" cy="365760"/>
          </a:xfrm>
          <a:prstGeom prst="rect">
            <a:avLst/>
          </a:prstGeom>
          <a:noFill/>
          <a:ln/>
        </p:spPr>
        <p:txBody>
          <a:bodyPr wrap="square" rtlCol="0"/>
          <a:lstStyle>
            <a:lvl1pPr algn="l" indent="0" marL="0">
              <a:buNone/>
              <a:defRPr lang="en-US" sz="1600" b="1" dirty="0">
                <a:solidFill>
                  <a:schemeClr val="tx2"/>
                </a:solidFill>
                <a:latin typeface="IBM Plex Mono" pitchFamily="34" charset="0"/>
                <a:ea typeface="IBM Plex Mono" pitchFamily="34" charset="-122"/>
                <a:cs typeface="IBM Plex Mono" pitchFamily="34" charset="-120"/>
              </a:defRPr>
            </a:lvl1pPr>
          </a:lstStyle>
          <a:p>
            <a:pPr algn="l" indent="0" marL="0">
              <a:buNone/>
            </a:pPr>
            <a:r>
              <a:rPr lang="en-US" sz="1600" b="1" dirty="0">
                <a:solidFill>
                  <a:schemeClr val="tx2"/>
                </a:solidFill>
                <a:latin typeface="IBM Plex Mono" pitchFamily="34" charset="0"/>
                <a:ea typeface="IBM Plex Mono" pitchFamily="34" charset="-122"/>
                <a:cs typeface="IBM Plex Mono" pitchFamily="34" charset="-120"/>
              </a:rPr>
              <a:t>Step 2</a:t>
            </a:r>
            <a:endParaRPr lang="en-US" sz="1600" dirty="0"/>
          </a:p>
        </p:txBody>
      </p:sp>
      <p:sp>
        <p:nvSpPr>
          <p:cNvPr id="9" name="Step title"/>
          <p:cNvSpPr/>
          <p:nvPr>
            <p:ph idx="107" type="body" hasCustomPrompt="1"/>
          </p:nvPr>
        </p:nvSpPr>
        <p:spPr>
          <a:xfrm>
            <a:off x="4414418" y="2377440"/>
            <a:ext cx="3362858" cy="868680"/>
          </a:xfrm>
          <a:prstGeom prst="rect">
            <a:avLst/>
          </a:prstGeom>
          <a:noFill/>
          <a:ln/>
        </p:spPr>
        <p:txBody>
          <a:bodyPr wrap="square" rtlCol="0"/>
          <a:lstStyle>
            <a:lvl1pPr algn="l" indent="0" marL="0">
              <a:buNone/>
              <a:defRPr lang="en-US" sz="2400" b="1" dirty="0">
                <a:solidFill>
                  <a:schemeClr val="tx1"/>
                </a:solidFill>
                <a:latin typeface="Space Grotesk" pitchFamily="34" charset="0"/>
                <a:ea typeface="Space Grotesk" pitchFamily="34" charset="-122"/>
                <a:cs typeface="Space Grotesk" pitchFamily="34" charset="-120"/>
              </a:defRPr>
            </a:lvl1pPr>
          </a:lstStyle>
          <a:p>
            <a:pPr algn="l" indent="0" marL="0">
              <a:buNone/>
            </a:pPr>
            <a:r>
              <a:rPr lang="en-US" sz="2400" b="1" dirty="0">
                <a:solidFill>
                  <a:schemeClr val="tx1"/>
                </a:solidFill>
                <a:latin typeface="Space Grotesk" pitchFamily="34" charset="0"/>
                <a:ea typeface="Space Grotesk" pitchFamily="34" charset="-122"/>
                <a:cs typeface="Space Grotesk" pitchFamily="34" charset="-120"/>
              </a:rPr>
              <a:t>Step</a:t>
            </a:r>
            <a:endParaRPr lang="en-US" sz="2400" dirty="0"/>
          </a:p>
        </p:txBody>
      </p:sp>
      <p:sp>
        <p:nvSpPr>
          <p:cNvPr id="10" name="Step text"/>
          <p:cNvSpPr/>
          <p:nvPr>
            <p:ph idx="108" type="body" hasCustomPrompt="1"/>
          </p:nvPr>
        </p:nvSpPr>
        <p:spPr>
          <a:xfrm>
            <a:off x="4414418" y="3337560"/>
            <a:ext cx="3362858" cy="2423160"/>
          </a:xfrm>
          <a:prstGeom prst="rect">
            <a:avLst/>
          </a:prstGeom>
          <a:noFill/>
          <a:ln/>
        </p:spPr>
        <p:txBody>
          <a:bodyPr wrap="square" rtlCol="0"/>
          <a:lstStyle>
            <a:lvl1pPr algn="l" indent="0" marL="0">
              <a:buNone/>
              <a:defRPr lang="en-US" sz="2000" dirty="0">
                <a:solidFill>
                  <a:schemeClr val="tx1"/>
                </a:solidFill>
                <a:latin typeface="Space Grotesk" pitchFamily="34" charset="0"/>
                <a:ea typeface="Space Grotesk" pitchFamily="34" charset="-122"/>
                <a:cs typeface="Space Grotesk" pitchFamily="34" charset="-120"/>
              </a:defRPr>
            </a:lvl1pPr>
          </a:lstStyle>
          <a:p>
            <a:pPr algn="l" indent="0" marL="0">
              <a:buNone/>
            </a:pPr>
            <a:r>
              <a:rPr lang="en-US" sz="2000" dirty="0">
                <a:solidFill>
                  <a:schemeClr val="tx1"/>
                </a:solidFill>
                <a:latin typeface="Space Grotesk" pitchFamily="34" charset="0"/>
                <a:ea typeface="Space Grotesk" pitchFamily="34" charset="-122"/>
                <a:cs typeface="Space Grotesk" pitchFamily="34" charset="-120"/>
              </a:rPr>
              <a:t>What happens</a:t>
            </a:r>
            <a:endParaRPr lang="en-US" sz="2000" dirty="0"/>
          </a:p>
        </p:txBody>
      </p:sp>
      <p:sp>
        <p:nvSpPr>
          <p:cNvPr id="11" name="Rule"/>
          <p:cNvSpPr/>
          <p:nvPr/>
        </p:nvSpPr>
        <p:spPr>
          <a:xfrm>
            <a:off x="8143037" y="1737360"/>
            <a:ext cx="3362858" cy="0"/>
          </a:xfrm>
          <a:prstGeom prst="line">
            <a:avLst/>
          </a:prstGeom>
          <a:noFill/>
          <a:ln w="12700">
            <a:solidFill>
              <a:srgbClr val="DCD5C6"/>
            </a:solidFill>
            <a:prstDash val="solid"/>
          </a:ln>
        </p:spPr>
      </p:sp>
      <p:sp>
        <p:nvSpPr>
          <p:cNvPr id="12" name="Step number"/>
          <p:cNvSpPr/>
          <p:nvPr>
            <p:ph idx="110" type="body" hasCustomPrompt="1"/>
          </p:nvPr>
        </p:nvSpPr>
        <p:spPr>
          <a:xfrm>
            <a:off x="8143037" y="1920240"/>
            <a:ext cx="3362858" cy="365760"/>
          </a:xfrm>
          <a:prstGeom prst="rect">
            <a:avLst/>
          </a:prstGeom>
          <a:noFill/>
          <a:ln/>
        </p:spPr>
        <p:txBody>
          <a:bodyPr wrap="square" rtlCol="0"/>
          <a:lstStyle>
            <a:lvl1pPr algn="l" indent="0" marL="0">
              <a:buNone/>
              <a:defRPr lang="en-US" sz="1600" b="1" dirty="0">
                <a:solidFill>
                  <a:schemeClr val="tx2"/>
                </a:solidFill>
                <a:latin typeface="IBM Plex Mono" pitchFamily="34" charset="0"/>
                <a:ea typeface="IBM Plex Mono" pitchFamily="34" charset="-122"/>
                <a:cs typeface="IBM Plex Mono" pitchFamily="34" charset="-120"/>
              </a:defRPr>
            </a:lvl1pPr>
          </a:lstStyle>
          <a:p>
            <a:pPr algn="l" indent="0" marL="0">
              <a:buNone/>
            </a:pPr>
            <a:r>
              <a:rPr lang="en-US" sz="1600" b="1" dirty="0">
                <a:solidFill>
                  <a:schemeClr val="tx2"/>
                </a:solidFill>
                <a:latin typeface="IBM Plex Mono" pitchFamily="34" charset="0"/>
                <a:ea typeface="IBM Plex Mono" pitchFamily="34" charset="-122"/>
                <a:cs typeface="IBM Plex Mono" pitchFamily="34" charset="-120"/>
              </a:rPr>
              <a:t>Step 3</a:t>
            </a:r>
            <a:endParaRPr lang="en-US" sz="1600" dirty="0"/>
          </a:p>
        </p:txBody>
      </p:sp>
      <p:sp>
        <p:nvSpPr>
          <p:cNvPr id="13" name="Step title"/>
          <p:cNvSpPr/>
          <p:nvPr>
            <p:ph idx="111" type="body" hasCustomPrompt="1"/>
          </p:nvPr>
        </p:nvSpPr>
        <p:spPr>
          <a:xfrm>
            <a:off x="8143037" y="2377440"/>
            <a:ext cx="3362858" cy="868680"/>
          </a:xfrm>
          <a:prstGeom prst="rect">
            <a:avLst/>
          </a:prstGeom>
          <a:noFill/>
          <a:ln/>
        </p:spPr>
        <p:txBody>
          <a:bodyPr wrap="square" rtlCol="0"/>
          <a:lstStyle>
            <a:lvl1pPr algn="l" indent="0" marL="0">
              <a:buNone/>
              <a:defRPr lang="en-US" sz="2400" b="1" dirty="0">
                <a:solidFill>
                  <a:schemeClr val="tx1"/>
                </a:solidFill>
                <a:latin typeface="Space Grotesk" pitchFamily="34" charset="0"/>
                <a:ea typeface="Space Grotesk" pitchFamily="34" charset="-122"/>
                <a:cs typeface="Space Grotesk" pitchFamily="34" charset="-120"/>
              </a:defRPr>
            </a:lvl1pPr>
          </a:lstStyle>
          <a:p>
            <a:pPr algn="l" indent="0" marL="0">
              <a:buNone/>
            </a:pPr>
            <a:r>
              <a:rPr lang="en-US" sz="2400" b="1" dirty="0">
                <a:solidFill>
                  <a:schemeClr val="tx1"/>
                </a:solidFill>
                <a:latin typeface="Space Grotesk" pitchFamily="34" charset="0"/>
                <a:ea typeface="Space Grotesk" pitchFamily="34" charset="-122"/>
                <a:cs typeface="Space Grotesk" pitchFamily="34" charset="-120"/>
              </a:rPr>
              <a:t>Step</a:t>
            </a:r>
            <a:endParaRPr lang="en-US" sz="2400" dirty="0"/>
          </a:p>
        </p:txBody>
      </p:sp>
      <p:sp>
        <p:nvSpPr>
          <p:cNvPr id="14" name="Step text"/>
          <p:cNvSpPr/>
          <p:nvPr>
            <p:ph idx="112" type="body" hasCustomPrompt="1"/>
          </p:nvPr>
        </p:nvSpPr>
        <p:spPr>
          <a:xfrm>
            <a:off x="8143037" y="3337560"/>
            <a:ext cx="3362858" cy="2423160"/>
          </a:xfrm>
          <a:prstGeom prst="rect">
            <a:avLst/>
          </a:prstGeom>
          <a:noFill/>
          <a:ln/>
        </p:spPr>
        <p:txBody>
          <a:bodyPr wrap="square" rtlCol="0"/>
          <a:lstStyle>
            <a:lvl1pPr algn="l" indent="0" marL="0">
              <a:buNone/>
              <a:defRPr lang="en-US" sz="2000" dirty="0">
                <a:solidFill>
                  <a:schemeClr val="tx1"/>
                </a:solidFill>
                <a:latin typeface="Space Grotesk" pitchFamily="34" charset="0"/>
                <a:ea typeface="Space Grotesk" pitchFamily="34" charset="-122"/>
                <a:cs typeface="Space Grotesk" pitchFamily="34" charset="-120"/>
              </a:defRPr>
            </a:lvl1pPr>
          </a:lstStyle>
          <a:p>
            <a:pPr algn="l" indent="0" marL="0">
              <a:buNone/>
            </a:pPr>
            <a:r>
              <a:rPr lang="en-US" sz="2000" dirty="0">
                <a:solidFill>
                  <a:schemeClr val="tx1"/>
                </a:solidFill>
                <a:latin typeface="Space Grotesk" pitchFamily="34" charset="0"/>
                <a:ea typeface="Space Grotesk" pitchFamily="34" charset="-122"/>
                <a:cs typeface="Space Grotesk" pitchFamily="34" charset="-120"/>
              </a:rPr>
              <a:t>What happens</a:t>
            </a:r>
            <a:endParaRPr lang="en-US" sz="2000" dirty="0"/>
          </a:p>
        </p:txBody>
      </p:sp>
      <p:pic>
        <p:nvPicPr>
          <p:cNvPr id="15" name="Slabs logo" descr="Slabs">    </p:cNvPr>
          <p:cNvPicPr>
            <a:picLocks noChangeAspect="1"/>
          </p:cNvPicPr>
          <p:nvPr/>
        </p:nvPicPr>
        <p:blipFill>
          <a:blip r:embed="rId1"/>
          <a:stretch>
            <a:fillRect/>
          </a:stretch>
        </p:blipFill>
        <p:spPr>
          <a:xfrm>
            <a:off x="685800" y="6144768"/>
            <a:ext cx="249631" cy="274320"/>
          </a:xfrm>
          <a:prstGeom prst="rect">
            <a:avLst/>
          </a:prstGeom>
        </p:spPr>
      </p:pic>
      <p:sp>
        <p:nvSpPr>
          <p:cNvPr id="25" name="Slide number"/>
          <p:cNvSpPr>
            <a:spLocks noGrp="1"/>
          </p:cNvSpPr>
          <p:nvPr>
            <p:ph type="sldNum" sz="quarter" idx="4294967295"/>
          </p:nvPr>
        </p:nvSpPr>
        <p:spPr>
          <a:xfrm>
            <a:off x="10591495" y="6126480"/>
            <a:ext cx="91440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E5B56"/>
                </a:solidFill>
                <a:latin typeface="IBM Plex Mono"/>
                <a:ea typeface="IBM Plex Mono"/>
                <a:cs typeface="IBM Plex Mono"/>
              </a:defRPr>
            </a:lvl1pPr>
          </a:lstStyle>
          <a:p>
            <a:pPr algn="r"/>
            <a:fld id="{F7021451-1387-4CA6-816F-3879F97B5CBC}" type="slidenum">
              <a:rPr b="0" lang="en-US"/>
              <a:t>1026</a:t>
            </a:fld>
            <a:endParaRPr 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Slabs Process 4">
    <p:bg>
      <p:bgPr>
        <a:solidFill>
          <a:srgbClr val="F5F1E8"/>
        </a:solidFill>
      </p:bgPr>
    </p:bg>
    <p:spTree>
      <p:nvGrpSpPr>
        <p:cNvPr id="1" name=""/>
        <p:cNvGrpSpPr/>
        <p:nvPr/>
      </p:nvGrpSpPr>
      <p:grpSpPr>
        <a:xfrm>
          <a:off x="0" y="0"/>
          <a:ext cx="0" cy="0"/>
          <a:chOff x="0" y="0"/>
          <a:chExt cx="0" cy="0"/>
        </a:xfrm>
      </p:grpSpPr>
      <p:sp>
        <p:nvSpPr>
          <p:cNvPr id="2" name="Title"/>
          <p:cNvSpPr/>
          <p:nvPr>
            <p:ph idx="100" type="title" hasCustomPrompt="1"/>
          </p:nvPr>
        </p:nvSpPr>
        <p:spPr>
          <a:xfrm>
            <a:off x="685800" y="548640"/>
            <a:ext cx="10789920" cy="822960"/>
          </a:xfrm>
          <a:prstGeom prst="rect">
            <a:avLst/>
          </a:prstGeom>
          <a:noFill/>
          <a:ln/>
        </p:spPr>
        <p:txBody>
          <a:bodyPr wrap="square" rtlCol="0"/>
          <a:lstStyle>
            <a:lvl1pPr algn="l" indent="0" marL="0">
              <a:buNone/>
              <a:defRPr lang="en-US" sz="4000" b="1" dirty="0">
                <a:solidFill>
                  <a:schemeClr val="tx1"/>
                </a:solidFill>
                <a:latin typeface="Space Grotesk" pitchFamily="34" charset="0"/>
                <a:ea typeface="Space Grotesk" pitchFamily="34" charset="-122"/>
                <a:cs typeface="Space Grotesk" pitchFamily="34" charset="-120"/>
              </a:defRPr>
            </a:lvl1pPr>
          </a:lstStyle>
          <a:p>
            <a:pPr algn="l" indent="0" marL="0">
              <a:buNone/>
            </a:pPr>
            <a:r>
              <a:rPr lang="en-US" sz="4000" b="1" dirty="0">
                <a:solidFill>
                  <a:schemeClr val="tx1"/>
                </a:solidFill>
                <a:latin typeface="Space Grotesk" pitchFamily="34" charset="0"/>
                <a:ea typeface="Space Grotesk" pitchFamily="34" charset="-122"/>
                <a:cs typeface="Space Grotesk" pitchFamily="34" charset="-120"/>
              </a:rPr>
              <a:t>Slide heading</a:t>
            </a:r>
            <a:endParaRPr lang="en-US" sz="4000" dirty="0"/>
          </a:p>
        </p:txBody>
      </p:sp>
      <p:sp>
        <p:nvSpPr>
          <p:cNvPr id="3" name="Rule"/>
          <p:cNvSpPr/>
          <p:nvPr/>
        </p:nvSpPr>
        <p:spPr>
          <a:xfrm>
            <a:off x="685800" y="1737360"/>
            <a:ext cx="2430704" cy="0"/>
          </a:xfrm>
          <a:prstGeom prst="line">
            <a:avLst/>
          </a:prstGeom>
          <a:noFill/>
          <a:ln w="12700">
            <a:solidFill>
              <a:srgbClr val="DCD5C6"/>
            </a:solidFill>
            <a:prstDash val="solid"/>
          </a:ln>
        </p:spPr>
      </p:sp>
      <p:sp>
        <p:nvSpPr>
          <p:cNvPr id="4" name="Step number"/>
          <p:cNvSpPr/>
          <p:nvPr>
            <p:ph idx="102" type="body" hasCustomPrompt="1"/>
          </p:nvPr>
        </p:nvSpPr>
        <p:spPr>
          <a:xfrm>
            <a:off x="685800" y="1920240"/>
            <a:ext cx="2430704" cy="365760"/>
          </a:xfrm>
          <a:prstGeom prst="rect">
            <a:avLst/>
          </a:prstGeom>
          <a:noFill/>
          <a:ln/>
        </p:spPr>
        <p:txBody>
          <a:bodyPr wrap="square" rtlCol="0"/>
          <a:lstStyle>
            <a:lvl1pPr algn="l" indent="0" marL="0">
              <a:buNone/>
              <a:defRPr lang="en-US" sz="1600" b="1" dirty="0">
                <a:solidFill>
                  <a:schemeClr val="tx2"/>
                </a:solidFill>
                <a:latin typeface="IBM Plex Mono" pitchFamily="34" charset="0"/>
                <a:ea typeface="IBM Plex Mono" pitchFamily="34" charset="-122"/>
                <a:cs typeface="IBM Plex Mono" pitchFamily="34" charset="-120"/>
              </a:defRPr>
            </a:lvl1pPr>
          </a:lstStyle>
          <a:p>
            <a:pPr algn="l" indent="0" marL="0">
              <a:buNone/>
            </a:pPr>
            <a:r>
              <a:rPr lang="en-US" sz="1600" b="1" dirty="0">
                <a:solidFill>
                  <a:schemeClr val="tx2"/>
                </a:solidFill>
                <a:latin typeface="IBM Plex Mono" pitchFamily="34" charset="0"/>
                <a:ea typeface="IBM Plex Mono" pitchFamily="34" charset="-122"/>
                <a:cs typeface="IBM Plex Mono" pitchFamily="34" charset="-120"/>
              </a:rPr>
              <a:t>Step 1</a:t>
            </a:r>
            <a:endParaRPr lang="en-US" sz="1600" dirty="0"/>
          </a:p>
        </p:txBody>
      </p:sp>
      <p:sp>
        <p:nvSpPr>
          <p:cNvPr id="5" name="Step title"/>
          <p:cNvSpPr/>
          <p:nvPr>
            <p:ph idx="103" type="body" hasCustomPrompt="1"/>
          </p:nvPr>
        </p:nvSpPr>
        <p:spPr>
          <a:xfrm>
            <a:off x="685800" y="2377440"/>
            <a:ext cx="2430704" cy="868680"/>
          </a:xfrm>
          <a:prstGeom prst="rect">
            <a:avLst/>
          </a:prstGeom>
          <a:noFill/>
          <a:ln/>
        </p:spPr>
        <p:txBody>
          <a:bodyPr wrap="square" rtlCol="0"/>
          <a:lstStyle>
            <a:lvl1pPr algn="l" indent="0" marL="0">
              <a:buNone/>
              <a:defRPr lang="en-US" sz="2400" b="1" dirty="0">
                <a:solidFill>
                  <a:schemeClr val="tx1"/>
                </a:solidFill>
                <a:latin typeface="Space Grotesk" pitchFamily="34" charset="0"/>
                <a:ea typeface="Space Grotesk" pitchFamily="34" charset="-122"/>
                <a:cs typeface="Space Grotesk" pitchFamily="34" charset="-120"/>
              </a:defRPr>
            </a:lvl1pPr>
          </a:lstStyle>
          <a:p>
            <a:pPr algn="l" indent="0" marL="0">
              <a:buNone/>
            </a:pPr>
            <a:r>
              <a:rPr lang="en-US" sz="2400" b="1" dirty="0">
                <a:solidFill>
                  <a:schemeClr val="tx1"/>
                </a:solidFill>
                <a:latin typeface="Space Grotesk" pitchFamily="34" charset="0"/>
                <a:ea typeface="Space Grotesk" pitchFamily="34" charset="-122"/>
                <a:cs typeface="Space Grotesk" pitchFamily="34" charset="-120"/>
              </a:rPr>
              <a:t>Step</a:t>
            </a:r>
            <a:endParaRPr lang="en-US" sz="2400" dirty="0"/>
          </a:p>
        </p:txBody>
      </p:sp>
      <p:sp>
        <p:nvSpPr>
          <p:cNvPr id="6" name="Step text"/>
          <p:cNvSpPr/>
          <p:nvPr>
            <p:ph idx="104" type="body" hasCustomPrompt="1"/>
          </p:nvPr>
        </p:nvSpPr>
        <p:spPr>
          <a:xfrm>
            <a:off x="685800" y="3337560"/>
            <a:ext cx="2430704" cy="2423160"/>
          </a:xfrm>
          <a:prstGeom prst="rect">
            <a:avLst/>
          </a:prstGeom>
          <a:noFill/>
          <a:ln/>
        </p:spPr>
        <p:txBody>
          <a:bodyPr wrap="square" rtlCol="0"/>
          <a:lstStyle>
            <a:lvl1pPr algn="l" indent="0" marL="0">
              <a:buNone/>
              <a:defRPr lang="en-US" sz="2000" dirty="0">
                <a:solidFill>
                  <a:schemeClr val="tx1"/>
                </a:solidFill>
                <a:latin typeface="Space Grotesk" pitchFamily="34" charset="0"/>
                <a:ea typeface="Space Grotesk" pitchFamily="34" charset="-122"/>
                <a:cs typeface="Space Grotesk" pitchFamily="34" charset="-120"/>
              </a:defRPr>
            </a:lvl1pPr>
          </a:lstStyle>
          <a:p>
            <a:pPr algn="l" indent="0" marL="0">
              <a:buNone/>
            </a:pPr>
            <a:r>
              <a:rPr lang="en-US" sz="2000" dirty="0">
                <a:solidFill>
                  <a:schemeClr val="tx1"/>
                </a:solidFill>
                <a:latin typeface="Space Grotesk" pitchFamily="34" charset="0"/>
                <a:ea typeface="Space Grotesk" pitchFamily="34" charset="-122"/>
                <a:cs typeface="Space Grotesk" pitchFamily="34" charset="-120"/>
              </a:rPr>
              <a:t>What happens</a:t>
            </a:r>
            <a:endParaRPr lang="en-US" sz="2000" dirty="0"/>
          </a:p>
        </p:txBody>
      </p:sp>
      <p:sp>
        <p:nvSpPr>
          <p:cNvPr id="7" name="Rule"/>
          <p:cNvSpPr/>
          <p:nvPr/>
        </p:nvSpPr>
        <p:spPr>
          <a:xfrm>
            <a:off x="3482264" y="1737360"/>
            <a:ext cx="2430704" cy="0"/>
          </a:xfrm>
          <a:prstGeom prst="line">
            <a:avLst/>
          </a:prstGeom>
          <a:noFill/>
          <a:ln w="12700">
            <a:solidFill>
              <a:srgbClr val="DCD5C6"/>
            </a:solidFill>
            <a:prstDash val="solid"/>
          </a:ln>
        </p:spPr>
      </p:sp>
      <p:sp>
        <p:nvSpPr>
          <p:cNvPr id="8" name="Step number"/>
          <p:cNvSpPr/>
          <p:nvPr>
            <p:ph idx="106" type="body" hasCustomPrompt="1"/>
          </p:nvPr>
        </p:nvSpPr>
        <p:spPr>
          <a:xfrm>
            <a:off x="3482264" y="1920240"/>
            <a:ext cx="2430704" cy="365760"/>
          </a:xfrm>
          <a:prstGeom prst="rect">
            <a:avLst/>
          </a:prstGeom>
          <a:noFill/>
          <a:ln/>
        </p:spPr>
        <p:txBody>
          <a:bodyPr wrap="square" rtlCol="0"/>
          <a:lstStyle>
            <a:lvl1pPr algn="l" indent="0" marL="0">
              <a:buNone/>
              <a:defRPr lang="en-US" sz="1600" b="1" dirty="0">
                <a:solidFill>
                  <a:schemeClr val="tx2"/>
                </a:solidFill>
                <a:latin typeface="IBM Plex Mono" pitchFamily="34" charset="0"/>
                <a:ea typeface="IBM Plex Mono" pitchFamily="34" charset="-122"/>
                <a:cs typeface="IBM Plex Mono" pitchFamily="34" charset="-120"/>
              </a:defRPr>
            </a:lvl1pPr>
          </a:lstStyle>
          <a:p>
            <a:pPr algn="l" indent="0" marL="0">
              <a:buNone/>
            </a:pPr>
            <a:r>
              <a:rPr lang="en-US" sz="1600" b="1" dirty="0">
                <a:solidFill>
                  <a:schemeClr val="tx2"/>
                </a:solidFill>
                <a:latin typeface="IBM Plex Mono" pitchFamily="34" charset="0"/>
                <a:ea typeface="IBM Plex Mono" pitchFamily="34" charset="-122"/>
                <a:cs typeface="IBM Plex Mono" pitchFamily="34" charset="-120"/>
              </a:rPr>
              <a:t>Step 2</a:t>
            </a:r>
            <a:endParaRPr lang="en-US" sz="1600" dirty="0"/>
          </a:p>
        </p:txBody>
      </p:sp>
      <p:sp>
        <p:nvSpPr>
          <p:cNvPr id="9" name="Step title"/>
          <p:cNvSpPr/>
          <p:nvPr>
            <p:ph idx="107" type="body" hasCustomPrompt="1"/>
          </p:nvPr>
        </p:nvSpPr>
        <p:spPr>
          <a:xfrm>
            <a:off x="3482264" y="2377440"/>
            <a:ext cx="2430704" cy="868680"/>
          </a:xfrm>
          <a:prstGeom prst="rect">
            <a:avLst/>
          </a:prstGeom>
          <a:noFill/>
          <a:ln/>
        </p:spPr>
        <p:txBody>
          <a:bodyPr wrap="square" rtlCol="0"/>
          <a:lstStyle>
            <a:lvl1pPr algn="l" indent="0" marL="0">
              <a:buNone/>
              <a:defRPr lang="en-US" sz="2400" b="1" dirty="0">
                <a:solidFill>
                  <a:schemeClr val="tx1"/>
                </a:solidFill>
                <a:latin typeface="Space Grotesk" pitchFamily="34" charset="0"/>
                <a:ea typeface="Space Grotesk" pitchFamily="34" charset="-122"/>
                <a:cs typeface="Space Grotesk" pitchFamily="34" charset="-120"/>
              </a:defRPr>
            </a:lvl1pPr>
          </a:lstStyle>
          <a:p>
            <a:pPr algn="l" indent="0" marL="0">
              <a:buNone/>
            </a:pPr>
            <a:r>
              <a:rPr lang="en-US" sz="2400" b="1" dirty="0">
                <a:solidFill>
                  <a:schemeClr val="tx1"/>
                </a:solidFill>
                <a:latin typeface="Space Grotesk" pitchFamily="34" charset="0"/>
                <a:ea typeface="Space Grotesk" pitchFamily="34" charset="-122"/>
                <a:cs typeface="Space Grotesk" pitchFamily="34" charset="-120"/>
              </a:rPr>
              <a:t>Step</a:t>
            </a:r>
            <a:endParaRPr lang="en-US" sz="2400" dirty="0"/>
          </a:p>
        </p:txBody>
      </p:sp>
      <p:sp>
        <p:nvSpPr>
          <p:cNvPr id="10" name="Step text"/>
          <p:cNvSpPr/>
          <p:nvPr>
            <p:ph idx="108" type="body" hasCustomPrompt="1"/>
          </p:nvPr>
        </p:nvSpPr>
        <p:spPr>
          <a:xfrm>
            <a:off x="3482264" y="3337560"/>
            <a:ext cx="2430704" cy="2423160"/>
          </a:xfrm>
          <a:prstGeom prst="rect">
            <a:avLst/>
          </a:prstGeom>
          <a:noFill/>
          <a:ln/>
        </p:spPr>
        <p:txBody>
          <a:bodyPr wrap="square" rtlCol="0"/>
          <a:lstStyle>
            <a:lvl1pPr algn="l" indent="0" marL="0">
              <a:buNone/>
              <a:defRPr lang="en-US" sz="2000" dirty="0">
                <a:solidFill>
                  <a:schemeClr val="tx1"/>
                </a:solidFill>
                <a:latin typeface="Space Grotesk" pitchFamily="34" charset="0"/>
                <a:ea typeface="Space Grotesk" pitchFamily="34" charset="-122"/>
                <a:cs typeface="Space Grotesk" pitchFamily="34" charset="-120"/>
              </a:defRPr>
            </a:lvl1pPr>
          </a:lstStyle>
          <a:p>
            <a:pPr algn="l" indent="0" marL="0">
              <a:buNone/>
            </a:pPr>
            <a:r>
              <a:rPr lang="en-US" sz="2000" dirty="0">
                <a:solidFill>
                  <a:schemeClr val="tx1"/>
                </a:solidFill>
                <a:latin typeface="Space Grotesk" pitchFamily="34" charset="0"/>
                <a:ea typeface="Space Grotesk" pitchFamily="34" charset="-122"/>
                <a:cs typeface="Space Grotesk" pitchFamily="34" charset="-120"/>
              </a:rPr>
              <a:t>What happens</a:t>
            </a:r>
            <a:endParaRPr lang="en-US" sz="2000" dirty="0"/>
          </a:p>
        </p:txBody>
      </p:sp>
      <p:sp>
        <p:nvSpPr>
          <p:cNvPr id="11" name="Rule"/>
          <p:cNvSpPr/>
          <p:nvPr/>
        </p:nvSpPr>
        <p:spPr>
          <a:xfrm>
            <a:off x="6278728" y="1737360"/>
            <a:ext cx="2430704" cy="0"/>
          </a:xfrm>
          <a:prstGeom prst="line">
            <a:avLst/>
          </a:prstGeom>
          <a:noFill/>
          <a:ln w="12700">
            <a:solidFill>
              <a:srgbClr val="DCD5C6"/>
            </a:solidFill>
            <a:prstDash val="solid"/>
          </a:ln>
        </p:spPr>
      </p:sp>
      <p:sp>
        <p:nvSpPr>
          <p:cNvPr id="12" name="Step number"/>
          <p:cNvSpPr/>
          <p:nvPr>
            <p:ph idx="110" type="body" hasCustomPrompt="1"/>
          </p:nvPr>
        </p:nvSpPr>
        <p:spPr>
          <a:xfrm>
            <a:off x="6278728" y="1920240"/>
            <a:ext cx="2430704" cy="365760"/>
          </a:xfrm>
          <a:prstGeom prst="rect">
            <a:avLst/>
          </a:prstGeom>
          <a:noFill/>
          <a:ln/>
        </p:spPr>
        <p:txBody>
          <a:bodyPr wrap="square" rtlCol="0"/>
          <a:lstStyle>
            <a:lvl1pPr algn="l" indent="0" marL="0">
              <a:buNone/>
              <a:defRPr lang="en-US" sz="1600" b="1" dirty="0">
                <a:solidFill>
                  <a:schemeClr val="tx2"/>
                </a:solidFill>
                <a:latin typeface="IBM Plex Mono" pitchFamily="34" charset="0"/>
                <a:ea typeface="IBM Plex Mono" pitchFamily="34" charset="-122"/>
                <a:cs typeface="IBM Plex Mono" pitchFamily="34" charset="-120"/>
              </a:defRPr>
            </a:lvl1pPr>
          </a:lstStyle>
          <a:p>
            <a:pPr algn="l" indent="0" marL="0">
              <a:buNone/>
            </a:pPr>
            <a:r>
              <a:rPr lang="en-US" sz="1600" b="1" dirty="0">
                <a:solidFill>
                  <a:schemeClr val="tx2"/>
                </a:solidFill>
                <a:latin typeface="IBM Plex Mono" pitchFamily="34" charset="0"/>
                <a:ea typeface="IBM Plex Mono" pitchFamily="34" charset="-122"/>
                <a:cs typeface="IBM Plex Mono" pitchFamily="34" charset="-120"/>
              </a:rPr>
              <a:t>Step 3</a:t>
            </a:r>
            <a:endParaRPr lang="en-US" sz="1600" dirty="0"/>
          </a:p>
        </p:txBody>
      </p:sp>
      <p:sp>
        <p:nvSpPr>
          <p:cNvPr id="13" name="Step title"/>
          <p:cNvSpPr/>
          <p:nvPr>
            <p:ph idx="111" type="body" hasCustomPrompt="1"/>
          </p:nvPr>
        </p:nvSpPr>
        <p:spPr>
          <a:xfrm>
            <a:off x="6278728" y="2377440"/>
            <a:ext cx="2430704" cy="868680"/>
          </a:xfrm>
          <a:prstGeom prst="rect">
            <a:avLst/>
          </a:prstGeom>
          <a:noFill/>
          <a:ln/>
        </p:spPr>
        <p:txBody>
          <a:bodyPr wrap="square" rtlCol="0"/>
          <a:lstStyle>
            <a:lvl1pPr algn="l" indent="0" marL="0">
              <a:buNone/>
              <a:defRPr lang="en-US" sz="2400" b="1" dirty="0">
                <a:solidFill>
                  <a:schemeClr val="tx1"/>
                </a:solidFill>
                <a:latin typeface="Space Grotesk" pitchFamily="34" charset="0"/>
                <a:ea typeface="Space Grotesk" pitchFamily="34" charset="-122"/>
                <a:cs typeface="Space Grotesk" pitchFamily="34" charset="-120"/>
              </a:defRPr>
            </a:lvl1pPr>
          </a:lstStyle>
          <a:p>
            <a:pPr algn="l" indent="0" marL="0">
              <a:buNone/>
            </a:pPr>
            <a:r>
              <a:rPr lang="en-US" sz="2400" b="1" dirty="0">
                <a:solidFill>
                  <a:schemeClr val="tx1"/>
                </a:solidFill>
                <a:latin typeface="Space Grotesk" pitchFamily="34" charset="0"/>
                <a:ea typeface="Space Grotesk" pitchFamily="34" charset="-122"/>
                <a:cs typeface="Space Grotesk" pitchFamily="34" charset="-120"/>
              </a:rPr>
              <a:t>Step</a:t>
            </a:r>
            <a:endParaRPr lang="en-US" sz="2400" dirty="0"/>
          </a:p>
        </p:txBody>
      </p:sp>
      <p:sp>
        <p:nvSpPr>
          <p:cNvPr id="14" name="Step text"/>
          <p:cNvSpPr/>
          <p:nvPr>
            <p:ph idx="112" type="body" hasCustomPrompt="1"/>
          </p:nvPr>
        </p:nvSpPr>
        <p:spPr>
          <a:xfrm>
            <a:off x="6278728" y="3337560"/>
            <a:ext cx="2430704" cy="2423160"/>
          </a:xfrm>
          <a:prstGeom prst="rect">
            <a:avLst/>
          </a:prstGeom>
          <a:noFill/>
          <a:ln/>
        </p:spPr>
        <p:txBody>
          <a:bodyPr wrap="square" rtlCol="0"/>
          <a:lstStyle>
            <a:lvl1pPr algn="l" indent="0" marL="0">
              <a:buNone/>
              <a:defRPr lang="en-US" sz="2000" dirty="0">
                <a:solidFill>
                  <a:schemeClr val="tx1"/>
                </a:solidFill>
                <a:latin typeface="Space Grotesk" pitchFamily="34" charset="0"/>
                <a:ea typeface="Space Grotesk" pitchFamily="34" charset="-122"/>
                <a:cs typeface="Space Grotesk" pitchFamily="34" charset="-120"/>
              </a:defRPr>
            </a:lvl1pPr>
          </a:lstStyle>
          <a:p>
            <a:pPr algn="l" indent="0" marL="0">
              <a:buNone/>
            </a:pPr>
            <a:r>
              <a:rPr lang="en-US" sz="2000" dirty="0">
                <a:solidFill>
                  <a:schemeClr val="tx1"/>
                </a:solidFill>
                <a:latin typeface="Space Grotesk" pitchFamily="34" charset="0"/>
                <a:ea typeface="Space Grotesk" pitchFamily="34" charset="-122"/>
                <a:cs typeface="Space Grotesk" pitchFamily="34" charset="-120"/>
              </a:rPr>
              <a:t>What happens</a:t>
            </a:r>
            <a:endParaRPr lang="en-US" sz="2000" dirty="0"/>
          </a:p>
        </p:txBody>
      </p:sp>
      <p:sp>
        <p:nvSpPr>
          <p:cNvPr id="15" name="Rule"/>
          <p:cNvSpPr/>
          <p:nvPr/>
        </p:nvSpPr>
        <p:spPr>
          <a:xfrm>
            <a:off x="9075191" y="1737360"/>
            <a:ext cx="2430704" cy="0"/>
          </a:xfrm>
          <a:prstGeom prst="line">
            <a:avLst/>
          </a:prstGeom>
          <a:noFill/>
          <a:ln w="12700">
            <a:solidFill>
              <a:srgbClr val="DCD5C6"/>
            </a:solidFill>
            <a:prstDash val="solid"/>
          </a:ln>
        </p:spPr>
      </p:sp>
      <p:sp>
        <p:nvSpPr>
          <p:cNvPr id="16" name="Step number"/>
          <p:cNvSpPr/>
          <p:nvPr>
            <p:ph idx="114" type="body" hasCustomPrompt="1"/>
          </p:nvPr>
        </p:nvSpPr>
        <p:spPr>
          <a:xfrm>
            <a:off x="9075191" y="1920240"/>
            <a:ext cx="2430704" cy="365760"/>
          </a:xfrm>
          <a:prstGeom prst="rect">
            <a:avLst/>
          </a:prstGeom>
          <a:noFill/>
          <a:ln/>
        </p:spPr>
        <p:txBody>
          <a:bodyPr wrap="square" rtlCol="0"/>
          <a:lstStyle>
            <a:lvl1pPr algn="l" indent="0" marL="0">
              <a:buNone/>
              <a:defRPr lang="en-US" sz="1600" b="1" dirty="0">
                <a:solidFill>
                  <a:schemeClr val="tx2"/>
                </a:solidFill>
                <a:latin typeface="IBM Plex Mono" pitchFamily="34" charset="0"/>
                <a:ea typeface="IBM Plex Mono" pitchFamily="34" charset="-122"/>
                <a:cs typeface="IBM Plex Mono" pitchFamily="34" charset="-120"/>
              </a:defRPr>
            </a:lvl1pPr>
          </a:lstStyle>
          <a:p>
            <a:pPr algn="l" indent="0" marL="0">
              <a:buNone/>
            </a:pPr>
            <a:r>
              <a:rPr lang="en-US" sz="1600" b="1" dirty="0">
                <a:solidFill>
                  <a:schemeClr val="tx2"/>
                </a:solidFill>
                <a:latin typeface="IBM Plex Mono" pitchFamily="34" charset="0"/>
                <a:ea typeface="IBM Plex Mono" pitchFamily="34" charset="-122"/>
                <a:cs typeface="IBM Plex Mono" pitchFamily="34" charset="-120"/>
              </a:rPr>
              <a:t>Step 4</a:t>
            </a:r>
            <a:endParaRPr lang="en-US" sz="1600" dirty="0"/>
          </a:p>
        </p:txBody>
      </p:sp>
      <p:sp>
        <p:nvSpPr>
          <p:cNvPr id="17" name="Step title"/>
          <p:cNvSpPr/>
          <p:nvPr>
            <p:ph idx="115" type="body" hasCustomPrompt="1"/>
          </p:nvPr>
        </p:nvSpPr>
        <p:spPr>
          <a:xfrm>
            <a:off x="9075191" y="2377440"/>
            <a:ext cx="2430704" cy="868680"/>
          </a:xfrm>
          <a:prstGeom prst="rect">
            <a:avLst/>
          </a:prstGeom>
          <a:noFill/>
          <a:ln/>
        </p:spPr>
        <p:txBody>
          <a:bodyPr wrap="square" rtlCol="0"/>
          <a:lstStyle>
            <a:lvl1pPr algn="l" indent="0" marL="0">
              <a:buNone/>
              <a:defRPr lang="en-US" sz="2400" b="1" dirty="0">
                <a:solidFill>
                  <a:schemeClr val="tx1"/>
                </a:solidFill>
                <a:latin typeface="Space Grotesk" pitchFamily="34" charset="0"/>
                <a:ea typeface="Space Grotesk" pitchFamily="34" charset="-122"/>
                <a:cs typeface="Space Grotesk" pitchFamily="34" charset="-120"/>
              </a:defRPr>
            </a:lvl1pPr>
          </a:lstStyle>
          <a:p>
            <a:pPr algn="l" indent="0" marL="0">
              <a:buNone/>
            </a:pPr>
            <a:r>
              <a:rPr lang="en-US" sz="2400" b="1" dirty="0">
                <a:solidFill>
                  <a:schemeClr val="tx1"/>
                </a:solidFill>
                <a:latin typeface="Space Grotesk" pitchFamily="34" charset="0"/>
                <a:ea typeface="Space Grotesk" pitchFamily="34" charset="-122"/>
                <a:cs typeface="Space Grotesk" pitchFamily="34" charset="-120"/>
              </a:rPr>
              <a:t>Step</a:t>
            </a:r>
            <a:endParaRPr lang="en-US" sz="2400" dirty="0"/>
          </a:p>
        </p:txBody>
      </p:sp>
      <p:sp>
        <p:nvSpPr>
          <p:cNvPr id="18" name="Step text"/>
          <p:cNvSpPr/>
          <p:nvPr>
            <p:ph idx="116" type="body" hasCustomPrompt="1"/>
          </p:nvPr>
        </p:nvSpPr>
        <p:spPr>
          <a:xfrm>
            <a:off x="9075191" y="3337560"/>
            <a:ext cx="2430704" cy="2423160"/>
          </a:xfrm>
          <a:prstGeom prst="rect">
            <a:avLst/>
          </a:prstGeom>
          <a:noFill/>
          <a:ln/>
        </p:spPr>
        <p:txBody>
          <a:bodyPr wrap="square" rtlCol="0"/>
          <a:lstStyle>
            <a:lvl1pPr algn="l" indent="0" marL="0">
              <a:buNone/>
              <a:defRPr lang="en-US" sz="2000" dirty="0">
                <a:solidFill>
                  <a:schemeClr val="tx1"/>
                </a:solidFill>
                <a:latin typeface="Space Grotesk" pitchFamily="34" charset="0"/>
                <a:ea typeface="Space Grotesk" pitchFamily="34" charset="-122"/>
                <a:cs typeface="Space Grotesk" pitchFamily="34" charset="-120"/>
              </a:defRPr>
            </a:lvl1pPr>
          </a:lstStyle>
          <a:p>
            <a:pPr algn="l" indent="0" marL="0">
              <a:buNone/>
            </a:pPr>
            <a:r>
              <a:rPr lang="en-US" sz="2000" dirty="0">
                <a:solidFill>
                  <a:schemeClr val="tx1"/>
                </a:solidFill>
                <a:latin typeface="Space Grotesk" pitchFamily="34" charset="0"/>
                <a:ea typeface="Space Grotesk" pitchFamily="34" charset="-122"/>
                <a:cs typeface="Space Grotesk" pitchFamily="34" charset="-120"/>
              </a:rPr>
              <a:t>What happens</a:t>
            </a:r>
            <a:endParaRPr lang="en-US" sz="2000" dirty="0"/>
          </a:p>
        </p:txBody>
      </p:sp>
      <p:pic>
        <p:nvPicPr>
          <p:cNvPr id="19" name="Slabs logo" descr="Slabs">    </p:cNvPr>
          <p:cNvPicPr>
            <a:picLocks noChangeAspect="1"/>
          </p:cNvPicPr>
          <p:nvPr/>
        </p:nvPicPr>
        <p:blipFill>
          <a:blip r:embed="rId1"/>
          <a:stretch>
            <a:fillRect/>
          </a:stretch>
        </p:blipFill>
        <p:spPr>
          <a:xfrm>
            <a:off x="685800" y="6144768"/>
            <a:ext cx="249631" cy="274320"/>
          </a:xfrm>
          <a:prstGeom prst="rect">
            <a:avLst/>
          </a:prstGeom>
        </p:spPr>
      </p:pic>
      <p:sp>
        <p:nvSpPr>
          <p:cNvPr id="25" name="Slide number"/>
          <p:cNvSpPr>
            <a:spLocks noGrp="1"/>
          </p:cNvSpPr>
          <p:nvPr>
            <p:ph type="sldNum" sz="quarter" idx="4294967295"/>
          </p:nvPr>
        </p:nvSpPr>
        <p:spPr>
          <a:xfrm>
            <a:off x="10591495" y="6126480"/>
            <a:ext cx="91440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E5B56"/>
                </a:solidFill>
                <a:latin typeface="IBM Plex Mono"/>
                <a:ea typeface="IBM Plex Mono"/>
                <a:cs typeface="IBM Plex Mono"/>
              </a:defRPr>
            </a:lvl1pPr>
          </a:lstStyle>
          <a:p>
            <a:pPr algn="r"/>
            <a:fld id="{F7021451-1387-4CA6-816F-3879F97B5CBC}" type="slidenum">
              <a:rPr b="0" lang="en-US"/>
              <a:t>1027</a:t>
            </a:fld>
            <a:endParaRPr 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Slabs Process 5">
    <p:bg>
      <p:bgPr>
        <a:solidFill>
          <a:srgbClr val="F5F1E8"/>
        </a:solidFill>
      </p:bgPr>
    </p:bg>
    <p:spTree>
      <p:nvGrpSpPr>
        <p:cNvPr id="1" name=""/>
        <p:cNvGrpSpPr/>
        <p:nvPr/>
      </p:nvGrpSpPr>
      <p:grpSpPr>
        <a:xfrm>
          <a:off x="0" y="0"/>
          <a:ext cx="0" cy="0"/>
          <a:chOff x="0" y="0"/>
          <a:chExt cx="0" cy="0"/>
        </a:xfrm>
      </p:grpSpPr>
      <p:sp>
        <p:nvSpPr>
          <p:cNvPr id="2" name="Title"/>
          <p:cNvSpPr/>
          <p:nvPr>
            <p:ph idx="100" type="title" hasCustomPrompt="1"/>
          </p:nvPr>
        </p:nvSpPr>
        <p:spPr>
          <a:xfrm>
            <a:off x="685800" y="548640"/>
            <a:ext cx="10789920" cy="822960"/>
          </a:xfrm>
          <a:prstGeom prst="rect">
            <a:avLst/>
          </a:prstGeom>
          <a:noFill/>
          <a:ln/>
        </p:spPr>
        <p:txBody>
          <a:bodyPr wrap="square" rtlCol="0"/>
          <a:lstStyle>
            <a:lvl1pPr algn="l" indent="0" marL="0">
              <a:buNone/>
              <a:defRPr lang="en-US" sz="4000" b="1" dirty="0">
                <a:solidFill>
                  <a:schemeClr val="tx1"/>
                </a:solidFill>
                <a:latin typeface="Space Grotesk" pitchFamily="34" charset="0"/>
                <a:ea typeface="Space Grotesk" pitchFamily="34" charset="-122"/>
                <a:cs typeface="Space Grotesk" pitchFamily="34" charset="-120"/>
              </a:defRPr>
            </a:lvl1pPr>
          </a:lstStyle>
          <a:p>
            <a:pPr algn="l" indent="0" marL="0">
              <a:buNone/>
            </a:pPr>
            <a:r>
              <a:rPr lang="en-US" sz="4000" b="1" dirty="0">
                <a:solidFill>
                  <a:schemeClr val="tx1"/>
                </a:solidFill>
                <a:latin typeface="Space Grotesk" pitchFamily="34" charset="0"/>
                <a:ea typeface="Space Grotesk" pitchFamily="34" charset="-122"/>
                <a:cs typeface="Space Grotesk" pitchFamily="34" charset="-120"/>
              </a:rPr>
              <a:t>Slide heading</a:t>
            </a:r>
            <a:endParaRPr lang="en-US" sz="4000" dirty="0"/>
          </a:p>
        </p:txBody>
      </p:sp>
      <p:sp>
        <p:nvSpPr>
          <p:cNvPr id="3" name="Rule"/>
          <p:cNvSpPr/>
          <p:nvPr/>
        </p:nvSpPr>
        <p:spPr>
          <a:xfrm>
            <a:off x="685800" y="1737360"/>
            <a:ext cx="1944563" cy="0"/>
          </a:xfrm>
          <a:prstGeom prst="line">
            <a:avLst/>
          </a:prstGeom>
          <a:noFill/>
          <a:ln w="12700">
            <a:solidFill>
              <a:srgbClr val="DCD5C6"/>
            </a:solidFill>
            <a:prstDash val="solid"/>
          </a:ln>
        </p:spPr>
      </p:sp>
      <p:sp>
        <p:nvSpPr>
          <p:cNvPr id="4" name="Step number"/>
          <p:cNvSpPr/>
          <p:nvPr>
            <p:ph idx="102" type="body" hasCustomPrompt="1"/>
          </p:nvPr>
        </p:nvSpPr>
        <p:spPr>
          <a:xfrm>
            <a:off x="685800" y="1920240"/>
            <a:ext cx="1944563" cy="365760"/>
          </a:xfrm>
          <a:prstGeom prst="rect">
            <a:avLst/>
          </a:prstGeom>
          <a:noFill/>
          <a:ln/>
        </p:spPr>
        <p:txBody>
          <a:bodyPr wrap="square" rtlCol="0"/>
          <a:lstStyle>
            <a:lvl1pPr algn="l" indent="0" marL="0">
              <a:buNone/>
              <a:defRPr lang="en-US" sz="1600" b="1" dirty="0">
                <a:solidFill>
                  <a:schemeClr val="tx2"/>
                </a:solidFill>
                <a:latin typeface="IBM Plex Mono" pitchFamily="34" charset="0"/>
                <a:ea typeface="IBM Plex Mono" pitchFamily="34" charset="-122"/>
                <a:cs typeface="IBM Plex Mono" pitchFamily="34" charset="-120"/>
              </a:defRPr>
            </a:lvl1pPr>
          </a:lstStyle>
          <a:p>
            <a:pPr algn="l" indent="0" marL="0">
              <a:buNone/>
            </a:pPr>
            <a:r>
              <a:rPr lang="en-US" sz="1600" b="1" dirty="0">
                <a:solidFill>
                  <a:schemeClr val="tx2"/>
                </a:solidFill>
                <a:latin typeface="IBM Plex Mono" pitchFamily="34" charset="0"/>
                <a:ea typeface="IBM Plex Mono" pitchFamily="34" charset="-122"/>
                <a:cs typeface="IBM Plex Mono" pitchFamily="34" charset="-120"/>
              </a:rPr>
              <a:t>Step 1</a:t>
            </a:r>
            <a:endParaRPr lang="en-US" sz="1600" dirty="0"/>
          </a:p>
        </p:txBody>
      </p:sp>
      <p:sp>
        <p:nvSpPr>
          <p:cNvPr id="5" name="Step title"/>
          <p:cNvSpPr/>
          <p:nvPr>
            <p:ph idx="103" type="body" hasCustomPrompt="1"/>
          </p:nvPr>
        </p:nvSpPr>
        <p:spPr>
          <a:xfrm>
            <a:off x="685800" y="2377440"/>
            <a:ext cx="1944563" cy="868680"/>
          </a:xfrm>
          <a:prstGeom prst="rect">
            <a:avLst/>
          </a:prstGeom>
          <a:noFill/>
          <a:ln/>
        </p:spPr>
        <p:txBody>
          <a:bodyPr wrap="square" rtlCol="0"/>
          <a:lstStyle>
            <a:lvl1pPr algn="l" indent="0" marL="0">
              <a:buNone/>
              <a:defRPr lang="en-US" sz="2400" b="1" dirty="0">
                <a:solidFill>
                  <a:schemeClr val="tx1"/>
                </a:solidFill>
                <a:latin typeface="Space Grotesk" pitchFamily="34" charset="0"/>
                <a:ea typeface="Space Grotesk" pitchFamily="34" charset="-122"/>
                <a:cs typeface="Space Grotesk" pitchFamily="34" charset="-120"/>
              </a:defRPr>
            </a:lvl1pPr>
          </a:lstStyle>
          <a:p>
            <a:pPr algn="l" indent="0" marL="0">
              <a:buNone/>
            </a:pPr>
            <a:r>
              <a:rPr lang="en-US" sz="2400" b="1" dirty="0">
                <a:solidFill>
                  <a:schemeClr val="tx1"/>
                </a:solidFill>
                <a:latin typeface="Space Grotesk" pitchFamily="34" charset="0"/>
                <a:ea typeface="Space Grotesk" pitchFamily="34" charset="-122"/>
                <a:cs typeface="Space Grotesk" pitchFamily="34" charset="-120"/>
              </a:rPr>
              <a:t>Step</a:t>
            </a:r>
            <a:endParaRPr lang="en-US" sz="2400" dirty="0"/>
          </a:p>
        </p:txBody>
      </p:sp>
      <p:sp>
        <p:nvSpPr>
          <p:cNvPr id="6" name="Step text"/>
          <p:cNvSpPr/>
          <p:nvPr>
            <p:ph idx="104" type="body" hasCustomPrompt="1"/>
          </p:nvPr>
        </p:nvSpPr>
        <p:spPr>
          <a:xfrm>
            <a:off x="685800" y="3337560"/>
            <a:ext cx="1944563" cy="2423160"/>
          </a:xfrm>
          <a:prstGeom prst="rect">
            <a:avLst/>
          </a:prstGeom>
          <a:noFill/>
          <a:ln/>
        </p:spPr>
        <p:txBody>
          <a:bodyPr wrap="square" rtlCol="0"/>
          <a:lstStyle>
            <a:lvl1pPr algn="l" indent="0" marL="0">
              <a:buNone/>
              <a:defRPr lang="en-US" sz="2000" dirty="0">
                <a:solidFill>
                  <a:schemeClr val="tx1"/>
                </a:solidFill>
                <a:latin typeface="Space Grotesk" pitchFamily="34" charset="0"/>
                <a:ea typeface="Space Grotesk" pitchFamily="34" charset="-122"/>
                <a:cs typeface="Space Grotesk" pitchFamily="34" charset="-120"/>
              </a:defRPr>
            </a:lvl1pPr>
          </a:lstStyle>
          <a:p>
            <a:pPr algn="l" indent="0" marL="0">
              <a:buNone/>
            </a:pPr>
            <a:r>
              <a:rPr lang="en-US" sz="2000" dirty="0">
                <a:solidFill>
                  <a:schemeClr val="tx1"/>
                </a:solidFill>
                <a:latin typeface="Space Grotesk" pitchFamily="34" charset="0"/>
                <a:ea typeface="Space Grotesk" pitchFamily="34" charset="-122"/>
                <a:cs typeface="Space Grotesk" pitchFamily="34" charset="-120"/>
              </a:rPr>
              <a:t>What happens</a:t>
            </a:r>
            <a:endParaRPr lang="en-US" sz="2000" dirty="0"/>
          </a:p>
        </p:txBody>
      </p:sp>
      <p:sp>
        <p:nvSpPr>
          <p:cNvPr id="7" name="Rule"/>
          <p:cNvSpPr/>
          <p:nvPr/>
        </p:nvSpPr>
        <p:spPr>
          <a:xfrm>
            <a:off x="2904683" y="1737360"/>
            <a:ext cx="1944563" cy="0"/>
          </a:xfrm>
          <a:prstGeom prst="line">
            <a:avLst/>
          </a:prstGeom>
          <a:noFill/>
          <a:ln w="12700">
            <a:solidFill>
              <a:srgbClr val="DCD5C6"/>
            </a:solidFill>
            <a:prstDash val="solid"/>
          </a:ln>
        </p:spPr>
      </p:sp>
      <p:sp>
        <p:nvSpPr>
          <p:cNvPr id="8" name="Step number"/>
          <p:cNvSpPr/>
          <p:nvPr>
            <p:ph idx="106" type="body" hasCustomPrompt="1"/>
          </p:nvPr>
        </p:nvSpPr>
        <p:spPr>
          <a:xfrm>
            <a:off x="2904683" y="1920240"/>
            <a:ext cx="1944563" cy="365760"/>
          </a:xfrm>
          <a:prstGeom prst="rect">
            <a:avLst/>
          </a:prstGeom>
          <a:noFill/>
          <a:ln/>
        </p:spPr>
        <p:txBody>
          <a:bodyPr wrap="square" rtlCol="0"/>
          <a:lstStyle>
            <a:lvl1pPr algn="l" indent="0" marL="0">
              <a:buNone/>
              <a:defRPr lang="en-US" sz="1600" b="1" dirty="0">
                <a:solidFill>
                  <a:schemeClr val="tx2"/>
                </a:solidFill>
                <a:latin typeface="IBM Plex Mono" pitchFamily="34" charset="0"/>
                <a:ea typeface="IBM Plex Mono" pitchFamily="34" charset="-122"/>
                <a:cs typeface="IBM Plex Mono" pitchFamily="34" charset="-120"/>
              </a:defRPr>
            </a:lvl1pPr>
          </a:lstStyle>
          <a:p>
            <a:pPr algn="l" indent="0" marL="0">
              <a:buNone/>
            </a:pPr>
            <a:r>
              <a:rPr lang="en-US" sz="1600" b="1" dirty="0">
                <a:solidFill>
                  <a:schemeClr val="tx2"/>
                </a:solidFill>
                <a:latin typeface="IBM Plex Mono" pitchFamily="34" charset="0"/>
                <a:ea typeface="IBM Plex Mono" pitchFamily="34" charset="-122"/>
                <a:cs typeface="IBM Plex Mono" pitchFamily="34" charset="-120"/>
              </a:rPr>
              <a:t>Step 2</a:t>
            </a:r>
            <a:endParaRPr lang="en-US" sz="1600" dirty="0"/>
          </a:p>
        </p:txBody>
      </p:sp>
      <p:sp>
        <p:nvSpPr>
          <p:cNvPr id="9" name="Step title"/>
          <p:cNvSpPr/>
          <p:nvPr>
            <p:ph idx="107" type="body" hasCustomPrompt="1"/>
          </p:nvPr>
        </p:nvSpPr>
        <p:spPr>
          <a:xfrm>
            <a:off x="2904683" y="2377440"/>
            <a:ext cx="1944563" cy="868680"/>
          </a:xfrm>
          <a:prstGeom prst="rect">
            <a:avLst/>
          </a:prstGeom>
          <a:noFill/>
          <a:ln/>
        </p:spPr>
        <p:txBody>
          <a:bodyPr wrap="square" rtlCol="0"/>
          <a:lstStyle>
            <a:lvl1pPr algn="l" indent="0" marL="0">
              <a:buNone/>
              <a:defRPr lang="en-US" sz="2400" b="1" dirty="0">
                <a:solidFill>
                  <a:schemeClr val="tx1"/>
                </a:solidFill>
                <a:latin typeface="Space Grotesk" pitchFamily="34" charset="0"/>
                <a:ea typeface="Space Grotesk" pitchFamily="34" charset="-122"/>
                <a:cs typeface="Space Grotesk" pitchFamily="34" charset="-120"/>
              </a:defRPr>
            </a:lvl1pPr>
          </a:lstStyle>
          <a:p>
            <a:pPr algn="l" indent="0" marL="0">
              <a:buNone/>
            </a:pPr>
            <a:r>
              <a:rPr lang="en-US" sz="2400" b="1" dirty="0">
                <a:solidFill>
                  <a:schemeClr val="tx1"/>
                </a:solidFill>
                <a:latin typeface="Space Grotesk" pitchFamily="34" charset="0"/>
                <a:ea typeface="Space Grotesk" pitchFamily="34" charset="-122"/>
                <a:cs typeface="Space Grotesk" pitchFamily="34" charset="-120"/>
              </a:rPr>
              <a:t>Step</a:t>
            </a:r>
            <a:endParaRPr lang="en-US" sz="2400" dirty="0"/>
          </a:p>
        </p:txBody>
      </p:sp>
      <p:sp>
        <p:nvSpPr>
          <p:cNvPr id="10" name="Step text"/>
          <p:cNvSpPr/>
          <p:nvPr>
            <p:ph idx="108" type="body" hasCustomPrompt="1"/>
          </p:nvPr>
        </p:nvSpPr>
        <p:spPr>
          <a:xfrm>
            <a:off x="2904683" y="3337560"/>
            <a:ext cx="1944563" cy="2423160"/>
          </a:xfrm>
          <a:prstGeom prst="rect">
            <a:avLst/>
          </a:prstGeom>
          <a:noFill/>
          <a:ln/>
        </p:spPr>
        <p:txBody>
          <a:bodyPr wrap="square" rtlCol="0"/>
          <a:lstStyle>
            <a:lvl1pPr algn="l" indent="0" marL="0">
              <a:buNone/>
              <a:defRPr lang="en-US" sz="2000" dirty="0">
                <a:solidFill>
                  <a:schemeClr val="tx1"/>
                </a:solidFill>
                <a:latin typeface="Space Grotesk" pitchFamily="34" charset="0"/>
                <a:ea typeface="Space Grotesk" pitchFamily="34" charset="-122"/>
                <a:cs typeface="Space Grotesk" pitchFamily="34" charset="-120"/>
              </a:defRPr>
            </a:lvl1pPr>
          </a:lstStyle>
          <a:p>
            <a:pPr algn="l" indent="0" marL="0">
              <a:buNone/>
            </a:pPr>
            <a:r>
              <a:rPr lang="en-US" sz="2000" dirty="0">
                <a:solidFill>
                  <a:schemeClr val="tx1"/>
                </a:solidFill>
                <a:latin typeface="Space Grotesk" pitchFamily="34" charset="0"/>
                <a:ea typeface="Space Grotesk" pitchFamily="34" charset="-122"/>
                <a:cs typeface="Space Grotesk" pitchFamily="34" charset="-120"/>
              </a:rPr>
              <a:t>What happens</a:t>
            </a:r>
            <a:endParaRPr lang="en-US" sz="2000" dirty="0"/>
          </a:p>
        </p:txBody>
      </p:sp>
      <p:sp>
        <p:nvSpPr>
          <p:cNvPr id="11" name="Rule"/>
          <p:cNvSpPr/>
          <p:nvPr/>
        </p:nvSpPr>
        <p:spPr>
          <a:xfrm>
            <a:off x="5123566" y="1737360"/>
            <a:ext cx="1944563" cy="0"/>
          </a:xfrm>
          <a:prstGeom prst="line">
            <a:avLst/>
          </a:prstGeom>
          <a:noFill/>
          <a:ln w="12700">
            <a:solidFill>
              <a:srgbClr val="DCD5C6"/>
            </a:solidFill>
            <a:prstDash val="solid"/>
          </a:ln>
        </p:spPr>
      </p:sp>
      <p:sp>
        <p:nvSpPr>
          <p:cNvPr id="12" name="Step number"/>
          <p:cNvSpPr/>
          <p:nvPr>
            <p:ph idx="110" type="body" hasCustomPrompt="1"/>
          </p:nvPr>
        </p:nvSpPr>
        <p:spPr>
          <a:xfrm>
            <a:off x="5123566" y="1920240"/>
            <a:ext cx="1944563" cy="365760"/>
          </a:xfrm>
          <a:prstGeom prst="rect">
            <a:avLst/>
          </a:prstGeom>
          <a:noFill/>
          <a:ln/>
        </p:spPr>
        <p:txBody>
          <a:bodyPr wrap="square" rtlCol="0"/>
          <a:lstStyle>
            <a:lvl1pPr algn="l" indent="0" marL="0">
              <a:buNone/>
              <a:defRPr lang="en-US" sz="1600" b="1" dirty="0">
                <a:solidFill>
                  <a:schemeClr val="tx2"/>
                </a:solidFill>
                <a:latin typeface="IBM Plex Mono" pitchFamily="34" charset="0"/>
                <a:ea typeface="IBM Plex Mono" pitchFamily="34" charset="-122"/>
                <a:cs typeface="IBM Plex Mono" pitchFamily="34" charset="-120"/>
              </a:defRPr>
            </a:lvl1pPr>
          </a:lstStyle>
          <a:p>
            <a:pPr algn="l" indent="0" marL="0">
              <a:buNone/>
            </a:pPr>
            <a:r>
              <a:rPr lang="en-US" sz="1600" b="1" dirty="0">
                <a:solidFill>
                  <a:schemeClr val="tx2"/>
                </a:solidFill>
                <a:latin typeface="IBM Plex Mono" pitchFamily="34" charset="0"/>
                <a:ea typeface="IBM Plex Mono" pitchFamily="34" charset="-122"/>
                <a:cs typeface="IBM Plex Mono" pitchFamily="34" charset="-120"/>
              </a:rPr>
              <a:t>Step 3</a:t>
            </a:r>
            <a:endParaRPr lang="en-US" sz="1600" dirty="0"/>
          </a:p>
        </p:txBody>
      </p:sp>
      <p:sp>
        <p:nvSpPr>
          <p:cNvPr id="13" name="Step title"/>
          <p:cNvSpPr/>
          <p:nvPr>
            <p:ph idx="111" type="body" hasCustomPrompt="1"/>
          </p:nvPr>
        </p:nvSpPr>
        <p:spPr>
          <a:xfrm>
            <a:off x="5123566" y="2377440"/>
            <a:ext cx="1944563" cy="868680"/>
          </a:xfrm>
          <a:prstGeom prst="rect">
            <a:avLst/>
          </a:prstGeom>
          <a:noFill/>
          <a:ln/>
        </p:spPr>
        <p:txBody>
          <a:bodyPr wrap="square" rtlCol="0"/>
          <a:lstStyle>
            <a:lvl1pPr algn="l" indent="0" marL="0">
              <a:buNone/>
              <a:defRPr lang="en-US" sz="2400" b="1" dirty="0">
                <a:solidFill>
                  <a:schemeClr val="tx1"/>
                </a:solidFill>
                <a:latin typeface="Space Grotesk" pitchFamily="34" charset="0"/>
                <a:ea typeface="Space Grotesk" pitchFamily="34" charset="-122"/>
                <a:cs typeface="Space Grotesk" pitchFamily="34" charset="-120"/>
              </a:defRPr>
            </a:lvl1pPr>
          </a:lstStyle>
          <a:p>
            <a:pPr algn="l" indent="0" marL="0">
              <a:buNone/>
            </a:pPr>
            <a:r>
              <a:rPr lang="en-US" sz="2400" b="1" dirty="0">
                <a:solidFill>
                  <a:schemeClr val="tx1"/>
                </a:solidFill>
                <a:latin typeface="Space Grotesk" pitchFamily="34" charset="0"/>
                <a:ea typeface="Space Grotesk" pitchFamily="34" charset="-122"/>
                <a:cs typeface="Space Grotesk" pitchFamily="34" charset="-120"/>
              </a:rPr>
              <a:t>Step</a:t>
            </a:r>
            <a:endParaRPr lang="en-US" sz="2400" dirty="0"/>
          </a:p>
        </p:txBody>
      </p:sp>
      <p:sp>
        <p:nvSpPr>
          <p:cNvPr id="14" name="Step text"/>
          <p:cNvSpPr/>
          <p:nvPr>
            <p:ph idx="112" type="body" hasCustomPrompt="1"/>
          </p:nvPr>
        </p:nvSpPr>
        <p:spPr>
          <a:xfrm>
            <a:off x="5123566" y="3337560"/>
            <a:ext cx="1944563" cy="2423160"/>
          </a:xfrm>
          <a:prstGeom prst="rect">
            <a:avLst/>
          </a:prstGeom>
          <a:noFill/>
          <a:ln/>
        </p:spPr>
        <p:txBody>
          <a:bodyPr wrap="square" rtlCol="0"/>
          <a:lstStyle>
            <a:lvl1pPr algn="l" indent="0" marL="0">
              <a:buNone/>
              <a:defRPr lang="en-US" sz="2000" dirty="0">
                <a:solidFill>
                  <a:schemeClr val="tx1"/>
                </a:solidFill>
                <a:latin typeface="Space Grotesk" pitchFamily="34" charset="0"/>
                <a:ea typeface="Space Grotesk" pitchFamily="34" charset="-122"/>
                <a:cs typeface="Space Grotesk" pitchFamily="34" charset="-120"/>
              </a:defRPr>
            </a:lvl1pPr>
          </a:lstStyle>
          <a:p>
            <a:pPr algn="l" indent="0" marL="0">
              <a:buNone/>
            </a:pPr>
            <a:r>
              <a:rPr lang="en-US" sz="2000" dirty="0">
                <a:solidFill>
                  <a:schemeClr val="tx1"/>
                </a:solidFill>
                <a:latin typeface="Space Grotesk" pitchFamily="34" charset="0"/>
                <a:ea typeface="Space Grotesk" pitchFamily="34" charset="-122"/>
                <a:cs typeface="Space Grotesk" pitchFamily="34" charset="-120"/>
              </a:rPr>
              <a:t>What happens</a:t>
            </a:r>
            <a:endParaRPr lang="en-US" sz="2000" dirty="0"/>
          </a:p>
        </p:txBody>
      </p:sp>
      <p:sp>
        <p:nvSpPr>
          <p:cNvPr id="15" name="Rule"/>
          <p:cNvSpPr/>
          <p:nvPr/>
        </p:nvSpPr>
        <p:spPr>
          <a:xfrm>
            <a:off x="7342449" y="1737360"/>
            <a:ext cx="1944563" cy="0"/>
          </a:xfrm>
          <a:prstGeom prst="line">
            <a:avLst/>
          </a:prstGeom>
          <a:noFill/>
          <a:ln w="12700">
            <a:solidFill>
              <a:srgbClr val="DCD5C6"/>
            </a:solidFill>
            <a:prstDash val="solid"/>
          </a:ln>
        </p:spPr>
      </p:sp>
      <p:sp>
        <p:nvSpPr>
          <p:cNvPr id="16" name="Step number"/>
          <p:cNvSpPr/>
          <p:nvPr>
            <p:ph idx="114" type="body" hasCustomPrompt="1"/>
          </p:nvPr>
        </p:nvSpPr>
        <p:spPr>
          <a:xfrm>
            <a:off x="7342449" y="1920240"/>
            <a:ext cx="1944563" cy="365760"/>
          </a:xfrm>
          <a:prstGeom prst="rect">
            <a:avLst/>
          </a:prstGeom>
          <a:noFill/>
          <a:ln/>
        </p:spPr>
        <p:txBody>
          <a:bodyPr wrap="square" rtlCol="0"/>
          <a:lstStyle>
            <a:lvl1pPr algn="l" indent="0" marL="0">
              <a:buNone/>
              <a:defRPr lang="en-US" sz="1600" b="1" dirty="0">
                <a:solidFill>
                  <a:schemeClr val="tx2"/>
                </a:solidFill>
                <a:latin typeface="IBM Plex Mono" pitchFamily="34" charset="0"/>
                <a:ea typeface="IBM Plex Mono" pitchFamily="34" charset="-122"/>
                <a:cs typeface="IBM Plex Mono" pitchFamily="34" charset="-120"/>
              </a:defRPr>
            </a:lvl1pPr>
          </a:lstStyle>
          <a:p>
            <a:pPr algn="l" indent="0" marL="0">
              <a:buNone/>
            </a:pPr>
            <a:r>
              <a:rPr lang="en-US" sz="1600" b="1" dirty="0">
                <a:solidFill>
                  <a:schemeClr val="tx2"/>
                </a:solidFill>
                <a:latin typeface="IBM Plex Mono" pitchFamily="34" charset="0"/>
                <a:ea typeface="IBM Plex Mono" pitchFamily="34" charset="-122"/>
                <a:cs typeface="IBM Plex Mono" pitchFamily="34" charset="-120"/>
              </a:rPr>
              <a:t>Step 4</a:t>
            </a:r>
            <a:endParaRPr lang="en-US" sz="1600" dirty="0"/>
          </a:p>
        </p:txBody>
      </p:sp>
      <p:sp>
        <p:nvSpPr>
          <p:cNvPr id="17" name="Step title"/>
          <p:cNvSpPr/>
          <p:nvPr>
            <p:ph idx="115" type="body" hasCustomPrompt="1"/>
          </p:nvPr>
        </p:nvSpPr>
        <p:spPr>
          <a:xfrm>
            <a:off x="7342449" y="2377440"/>
            <a:ext cx="1944563" cy="868680"/>
          </a:xfrm>
          <a:prstGeom prst="rect">
            <a:avLst/>
          </a:prstGeom>
          <a:noFill/>
          <a:ln/>
        </p:spPr>
        <p:txBody>
          <a:bodyPr wrap="square" rtlCol="0"/>
          <a:lstStyle>
            <a:lvl1pPr algn="l" indent="0" marL="0">
              <a:buNone/>
              <a:defRPr lang="en-US" sz="2400" b="1" dirty="0">
                <a:solidFill>
                  <a:schemeClr val="tx1"/>
                </a:solidFill>
                <a:latin typeface="Space Grotesk" pitchFamily="34" charset="0"/>
                <a:ea typeface="Space Grotesk" pitchFamily="34" charset="-122"/>
                <a:cs typeface="Space Grotesk" pitchFamily="34" charset="-120"/>
              </a:defRPr>
            </a:lvl1pPr>
          </a:lstStyle>
          <a:p>
            <a:pPr algn="l" indent="0" marL="0">
              <a:buNone/>
            </a:pPr>
            <a:r>
              <a:rPr lang="en-US" sz="2400" b="1" dirty="0">
                <a:solidFill>
                  <a:schemeClr val="tx1"/>
                </a:solidFill>
                <a:latin typeface="Space Grotesk" pitchFamily="34" charset="0"/>
                <a:ea typeface="Space Grotesk" pitchFamily="34" charset="-122"/>
                <a:cs typeface="Space Grotesk" pitchFamily="34" charset="-120"/>
              </a:rPr>
              <a:t>Step</a:t>
            </a:r>
            <a:endParaRPr lang="en-US" sz="2400" dirty="0"/>
          </a:p>
        </p:txBody>
      </p:sp>
      <p:sp>
        <p:nvSpPr>
          <p:cNvPr id="18" name="Step text"/>
          <p:cNvSpPr/>
          <p:nvPr>
            <p:ph idx="116" type="body" hasCustomPrompt="1"/>
          </p:nvPr>
        </p:nvSpPr>
        <p:spPr>
          <a:xfrm>
            <a:off x="7342449" y="3337560"/>
            <a:ext cx="1944563" cy="2423160"/>
          </a:xfrm>
          <a:prstGeom prst="rect">
            <a:avLst/>
          </a:prstGeom>
          <a:noFill/>
          <a:ln/>
        </p:spPr>
        <p:txBody>
          <a:bodyPr wrap="square" rtlCol="0"/>
          <a:lstStyle>
            <a:lvl1pPr algn="l" indent="0" marL="0">
              <a:buNone/>
              <a:defRPr lang="en-US" sz="2000" dirty="0">
                <a:solidFill>
                  <a:schemeClr val="tx1"/>
                </a:solidFill>
                <a:latin typeface="Space Grotesk" pitchFamily="34" charset="0"/>
                <a:ea typeface="Space Grotesk" pitchFamily="34" charset="-122"/>
                <a:cs typeface="Space Grotesk" pitchFamily="34" charset="-120"/>
              </a:defRPr>
            </a:lvl1pPr>
          </a:lstStyle>
          <a:p>
            <a:pPr algn="l" indent="0" marL="0">
              <a:buNone/>
            </a:pPr>
            <a:r>
              <a:rPr lang="en-US" sz="2000" dirty="0">
                <a:solidFill>
                  <a:schemeClr val="tx1"/>
                </a:solidFill>
                <a:latin typeface="Space Grotesk" pitchFamily="34" charset="0"/>
                <a:ea typeface="Space Grotesk" pitchFamily="34" charset="-122"/>
                <a:cs typeface="Space Grotesk" pitchFamily="34" charset="-120"/>
              </a:rPr>
              <a:t>What happens</a:t>
            </a:r>
            <a:endParaRPr lang="en-US" sz="2000" dirty="0"/>
          </a:p>
        </p:txBody>
      </p:sp>
      <p:sp>
        <p:nvSpPr>
          <p:cNvPr id="19" name="Rule"/>
          <p:cNvSpPr/>
          <p:nvPr/>
        </p:nvSpPr>
        <p:spPr>
          <a:xfrm>
            <a:off x="9561332" y="1737360"/>
            <a:ext cx="1944563" cy="0"/>
          </a:xfrm>
          <a:prstGeom prst="line">
            <a:avLst/>
          </a:prstGeom>
          <a:noFill/>
          <a:ln w="12700">
            <a:solidFill>
              <a:srgbClr val="DCD5C6"/>
            </a:solidFill>
            <a:prstDash val="solid"/>
          </a:ln>
        </p:spPr>
      </p:sp>
      <p:sp>
        <p:nvSpPr>
          <p:cNvPr id="20" name="Step number"/>
          <p:cNvSpPr/>
          <p:nvPr>
            <p:ph idx="118" type="body" hasCustomPrompt="1"/>
          </p:nvPr>
        </p:nvSpPr>
        <p:spPr>
          <a:xfrm>
            <a:off x="9561332" y="1920240"/>
            <a:ext cx="1944563" cy="365760"/>
          </a:xfrm>
          <a:prstGeom prst="rect">
            <a:avLst/>
          </a:prstGeom>
          <a:noFill/>
          <a:ln/>
        </p:spPr>
        <p:txBody>
          <a:bodyPr wrap="square" rtlCol="0"/>
          <a:lstStyle>
            <a:lvl1pPr algn="l" indent="0" marL="0">
              <a:buNone/>
              <a:defRPr lang="en-US" sz="1600" b="1" dirty="0">
                <a:solidFill>
                  <a:schemeClr val="tx2"/>
                </a:solidFill>
                <a:latin typeface="IBM Plex Mono" pitchFamily="34" charset="0"/>
                <a:ea typeface="IBM Plex Mono" pitchFamily="34" charset="-122"/>
                <a:cs typeface="IBM Plex Mono" pitchFamily="34" charset="-120"/>
              </a:defRPr>
            </a:lvl1pPr>
          </a:lstStyle>
          <a:p>
            <a:pPr algn="l" indent="0" marL="0">
              <a:buNone/>
            </a:pPr>
            <a:r>
              <a:rPr lang="en-US" sz="1600" b="1" dirty="0">
                <a:solidFill>
                  <a:schemeClr val="tx2"/>
                </a:solidFill>
                <a:latin typeface="IBM Plex Mono" pitchFamily="34" charset="0"/>
                <a:ea typeface="IBM Plex Mono" pitchFamily="34" charset="-122"/>
                <a:cs typeface="IBM Plex Mono" pitchFamily="34" charset="-120"/>
              </a:rPr>
              <a:t>Step 5</a:t>
            </a:r>
            <a:endParaRPr lang="en-US" sz="1600" dirty="0"/>
          </a:p>
        </p:txBody>
      </p:sp>
      <p:sp>
        <p:nvSpPr>
          <p:cNvPr id="21" name="Step title"/>
          <p:cNvSpPr/>
          <p:nvPr>
            <p:ph idx="119" type="body" hasCustomPrompt="1"/>
          </p:nvPr>
        </p:nvSpPr>
        <p:spPr>
          <a:xfrm>
            <a:off x="9561332" y="2377440"/>
            <a:ext cx="1944563" cy="868680"/>
          </a:xfrm>
          <a:prstGeom prst="rect">
            <a:avLst/>
          </a:prstGeom>
          <a:noFill/>
          <a:ln/>
        </p:spPr>
        <p:txBody>
          <a:bodyPr wrap="square" rtlCol="0"/>
          <a:lstStyle>
            <a:lvl1pPr algn="l" indent="0" marL="0">
              <a:buNone/>
              <a:defRPr lang="en-US" sz="2400" b="1" dirty="0">
                <a:solidFill>
                  <a:schemeClr val="tx1"/>
                </a:solidFill>
                <a:latin typeface="Space Grotesk" pitchFamily="34" charset="0"/>
                <a:ea typeface="Space Grotesk" pitchFamily="34" charset="-122"/>
                <a:cs typeface="Space Grotesk" pitchFamily="34" charset="-120"/>
              </a:defRPr>
            </a:lvl1pPr>
          </a:lstStyle>
          <a:p>
            <a:pPr algn="l" indent="0" marL="0">
              <a:buNone/>
            </a:pPr>
            <a:r>
              <a:rPr lang="en-US" sz="2400" b="1" dirty="0">
                <a:solidFill>
                  <a:schemeClr val="tx1"/>
                </a:solidFill>
                <a:latin typeface="Space Grotesk" pitchFamily="34" charset="0"/>
                <a:ea typeface="Space Grotesk" pitchFamily="34" charset="-122"/>
                <a:cs typeface="Space Grotesk" pitchFamily="34" charset="-120"/>
              </a:rPr>
              <a:t>Step</a:t>
            </a:r>
            <a:endParaRPr lang="en-US" sz="2400" dirty="0"/>
          </a:p>
        </p:txBody>
      </p:sp>
      <p:sp>
        <p:nvSpPr>
          <p:cNvPr id="22" name="Step text"/>
          <p:cNvSpPr/>
          <p:nvPr>
            <p:ph idx="120" type="body" hasCustomPrompt="1"/>
          </p:nvPr>
        </p:nvSpPr>
        <p:spPr>
          <a:xfrm>
            <a:off x="9561332" y="3337560"/>
            <a:ext cx="1944563" cy="2423160"/>
          </a:xfrm>
          <a:prstGeom prst="rect">
            <a:avLst/>
          </a:prstGeom>
          <a:noFill/>
          <a:ln/>
        </p:spPr>
        <p:txBody>
          <a:bodyPr wrap="square" rtlCol="0"/>
          <a:lstStyle>
            <a:lvl1pPr algn="l" indent="0" marL="0">
              <a:buNone/>
              <a:defRPr lang="en-US" sz="2000" dirty="0">
                <a:solidFill>
                  <a:schemeClr val="tx1"/>
                </a:solidFill>
                <a:latin typeface="Space Grotesk" pitchFamily="34" charset="0"/>
                <a:ea typeface="Space Grotesk" pitchFamily="34" charset="-122"/>
                <a:cs typeface="Space Grotesk" pitchFamily="34" charset="-120"/>
              </a:defRPr>
            </a:lvl1pPr>
          </a:lstStyle>
          <a:p>
            <a:pPr algn="l" indent="0" marL="0">
              <a:buNone/>
            </a:pPr>
            <a:r>
              <a:rPr lang="en-US" sz="2000" dirty="0">
                <a:solidFill>
                  <a:schemeClr val="tx1"/>
                </a:solidFill>
                <a:latin typeface="Space Grotesk" pitchFamily="34" charset="0"/>
                <a:ea typeface="Space Grotesk" pitchFamily="34" charset="-122"/>
                <a:cs typeface="Space Grotesk" pitchFamily="34" charset="-120"/>
              </a:rPr>
              <a:t>What happens</a:t>
            </a:r>
            <a:endParaRPr lang="en-US" sz="2000" dirty="0"/>
          </a:p>
        </p:txBody>
      </p:sp>
      <p:pic>
        <p:nvPicPr>
          <p:cNvPr id="23" name="Slabs logo" descr="Slabs">    </p:cNvPr>
          <p:cNvPicPr>
            <a:picLocks noChangeAspect="1"/>
          </p:cNvPicPr>
          <p:nvPr/>
        </p:nvPicPr>
        <p:blipFill>
          <a:blip r:embed="rId1"/>
          <a:stretch>
            <a:fillRect/>
          </a:stretch>
        </p:blipFill>
        <p:spPr>
          <a:xfrm>
            <a:off x="685800" y="6144768"/>
            <a:ext cx="249631" cy="274320"/>
          </a:xfrm>
          <a:prstGeom prst="rect">
            <a:avLst/>
          </a:prstGeom>
        </p:spPr>
      </p:pic>
      <p:sp>
        <p:nvSpPr>
          <p:cNvPr id="25" name="Slide number"/>
          <p:cNvSpPr>
            <a:spLocks noGrp="1"/>
          </p:cNvSpPr>
          <p:nvPr>
            <p:ph type="sldNum" sz="quarter" idx="4294967295"/>
          </p:nvPr>
        </p:nvSpPr>
        <p:spPr>
          <a:xfrm>
            <a:off x="10591495" y="6126480"/>
            <a:ext cx="91440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E5B56"/>
                </a:solidFill>
                <a:latin typeface="IBM Plex Mono"/>
                <a:ea typeface="IBM Plex Mono"/>
                <a:cs typeface="IBM Plex Mono"/>
              </a:defRPr>
            </a:lvl1pPr>
          </a:lstStyle>
          <a:p>
            <a:pPr algn="r"/>
            <a:fld id="{F7021451-1387-4CA6-816F-3879F97B5CBC}" type="slidenum">
              <a:rPr b="0" lang="en-US"/>
              <a:t>1028</a:t>
            </a:fld>
            <a:endParaRPr 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Slabs Quote">
    <p:bg>
      <p:bgPr>
        <a:solidFill>
          <a:srgbClr val="F5F1E8"/>
        </a:solidFill>
      </p:bgPr>
    </p:bg>
    <p:spTree>
      <p:nvGrpSpPr>
        <p:cNvPr id="1" name=""/>
        <p:cNvGrpSpPr/>
        <p:nvPr/>
      </p:nvGrpSpPr>
      <p:grpSpPr>
        <a:xfrm>
          <a:off x="0" y="0"/>
          <a:ext cx="0" cy="0"/>
          <a:chOff x="0" y="0"/>
          <a:chExt cx="0" cy="0"/>
        </a:xfrm>
      </p:grpSpPr>
      <p:sp>
        <p:nvSpPr>
          <p:cNvPr id="2" name="Quote"/>
          <p:cNvSpPr/>
          <p:nvPr>
            <p:ph idx="100" type="body" hasCustomPrompt="1"/>
          </p:nvPr>
        </p:nvSpPr>
        <p:spPr>
          <a:xfrm>
            <a:off x="685800" y="1188720"/>
            <a:ext cx="9875520" cy="3108960"/>
          </a:xfrm>
          <a:prstGeom prst="rect">
            <a:avLst/>
          </a:prstGeom>
          <a:noFill/>
          <a:ln/>
        </p:spPr>
        <p:txBody>
          <a:bodyPr wrap="square" rtlCol="0"/>
          <a:lstStyle>
            <a:lvl1pPr algn="l" indent="0" marL="0">
              <a:buNone/>
              <a:defRPr lang="en-US" sz="4000" dirty="0">
                <a:solidFill>
                  <a:schemeClr val="tx1"/>
                </a:solidFill>
                <a:latin typeface="Space Grotesk" pitchFamily="34" charset="0"/>
                <a:ea typeface="Space Grotesk" pitchFamily="34" charset="-122"/>
                <a:cs typeface="Space Grotesk" pitchFamily="34" charset="-120"/>
              </a:defRPr>
            </a:lvl1pPr>
          </a:lstStyle>
          <a:p>
            <a:pPr algn="l" indent="0" marL="0">
              <a:buNone/>
            </a:pPr>
            <a:r>
              <a:rPr lang="en-US" sz="4000" dirty="0">
                <a:solidFill>
                  <a:schemeClr val="tx1"/>
                </a:solidFill>
                <a:latin typeface="Space Grotesk" pitchFamily="34" charset="0"/>
                <a:ea typeface="Space Grotesk" pitchFamily="34" charset="-122"/>
                <a:cs typeface="Space Grotesk" pitchFamily="34" charset="-120"/>
              </a:rPr>
              <a:t>A sentence worth quoting</a:t>
            </a:r>
            <a:endParaRPr lang="en-US" sz="4000" dirty="0"/>
          </a:p>
        </p:txBody>
      </p:sp>
      <p:sp>
        <p:nvSpPr>
          <p:cNvPr id="3" name="Rule"/>
          <p:cNvSpPr/>
          <p:nvPr/>
        </p:nvSpPr>
        <p:spPr>
          <a:xfrm>
            <a:off x="685800" y="4572000"/>
            <a:ext cx="1097280" cy="0"/>
          </a:xfrm>
          <a:prstGeom prst="line">
            <a:avLst/>
          </a:prstGeom>
          <a:noFill/>
          <a:ln w="12700">
            <a:solidFill>
              <a:srgbClr val="DCD5C6"/>
            </a:solidFill>
            <a:prstDash val="solid"/>
          </a:ln>
        </p:spPr>
      </p:sp>
      <p:sp>
        <p:nvSpPr>
          <p:cNvPr id="4" name="Author"/>
          <p:cNvSpPr/>
          <p:nvPr>
            <p:ph idx="102" type="body" hasCustomPrompt="1"/>
          </p:nvPr>
        </p:nvSpPr>
        <p:spPr>
          <a:xfrm>
            <a:off x="685800" y="4754880"/>
            <a:ext cx="9875520" cy="457200"/>
          </a:xfrm>
          <a:prstGeom prst="rect">
            <a:avLst/>
          </a:prstGeom>
          <a:noFill/>
          <a:ln/>
        </p:spPr>
        <p:txBody>
          <a:bodyPr wrap="square" rtlCol="0"/>
          <a:lstStyle>
            <a:lvl1pPr algn="l" indent="0" marL="0">
              <a:buNone/>
              <a:defRPr lang="en-US" sz="1800" dirty="0">
                <a:solidFill>
                  <a:schemeClr val="tx2"/>
                </a:solidFill>
                <a:latin typeface="IBM Plex Mono" pitchFamily="34" charset="0"/>
                <a:ea typeface="IBM Plex Mono" pitchFamily="34" charset="-122"/>
                <a:cs typeface="IBM Plex Mono" pitchFamily="34" charset="-120"/>
              </a:defRPr>
            </a:lvl1pPr>
          </a:lstStyle>
          <a:p>
            <a:pPr algn="l" indent="0" marL="0">
              <a:buNone/>
            </a:pPr>
            <a:r>
              <a:rPr lang="en-US" sz="1800" dirty="0">
                <a:solidFill>
                  <a:schemeClr val="tx2"/>
                </a:solidFill>
                <a:latin typeface="IBM Plex Mono" pitchFamily="34" charset="0"/>
                <a:ea typeface="IBM Plex Mono" pitchFamily="34" charset="-122"/>
                <a:cs typeface="IBM Plex Mono" pitchFamily="34" charset="-120"/>
              </a:rPr>
              <a:t>Name, role</a:t>
            </a:r>
            <a:endParaRPr lang="en-US" sz="1800" dirty="0"/>
          </a:p>
        </p:txBody>
      </p:sp>
      <p:pic>
        <p:nvPicPr>
          <p:cNvPr id="5" name="Slabs logo" descr="Slabs">    </p:cNvPr>
          <p:cNvPicPr>
            <a:picLocks noChangeAspect="1"/>
          </p:cNvPicPr>
          <p:nvPr/>
        </p:nvPicPr>
        <p:blipFill>
          <a:blip r:embed="rId1"/>
          <a:stretch>
            <a:fillRect/>
          </a:stretch>
        </p:blipFill>
        <p:spPr>
          <a:xfrm>
            <a:off x="685800" y="6144768"/>
            <a:ext cx="249631" cy="274320"/>
          </a:xfrm>
          <a:prstGeom prst="rect">
            <a:avLst/>
          </a:prstGeom>
        </p:spPr>
      </p:pic>
      <p:sp>
        <p:nvSpPr>
          <p:cNvPr id="25" name="Slide number"/>
          <p:cNvSpPr>
            <a:spLocks noGrp="1"/>
          </p:cNvSpPr>
          <p:nvPr>
            <p:ph type="sldNum" sz="quarter" idx="4294967295"/>
          </p:nvPr>
        </p:nvSpPr>
        <p:spPr>
          <a:xfrm>
            <a:off x="10591495" y="6126480"/>
            <a:ext cx="91440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E5B56"/>
                </a:solidFill>
                <a:latin typeface="IBM Plex Mono"/>
                <a:ea typeface="IBM Plex Mono"/>
                <a:cs typeface="IBM Plex Mono"/>
              </a:defRPr>
            </a:lvl1pPr>
          </a:lstStyle>
          <a:p>
            <a:pPr algn="r"/>
            <a:fld id="{F7021451-1387-4CA6-816F-3879F97B5CBC}" type="slidenum">
              <a:rPr b="0" lang="en-US"/>
              <a:t>1029</a:t>
            </a:fld>
            <a:endParaRPr 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Slabs Statement Dark">
    <p:bg>
      <p:bgPr>
        <a:solidFill>
          <a:srgbClr val="333334"/>
        </a:solidFill>
      </p:bgPr>
    </p:bg>
    <p:spTree>
      <p:nvGrpSpPr>
        <p:cNvPr id="1" name=""/>
        <p:cNvGrpSpPr/>
        <p:nvPr/>
      </p:nvGrpSpPr>
      <p:grpSpPr>
        <a:xfrm>
          <a:off x="0" y="0"/>
          <a:ext cx="0" cy="0"/>
          <a:chOff x="0" y="0"/>
          <a:chExt cx="0" cy="0"/>
        </a:xfrm>
      </p:grpSpPr>
      <p:sp>
        <p:nvSpPr>
          <p:cNvPr id="2" name="Statement"/>
          <p:cNvSpPr/>
          <p:nvPr>
            <p:ph idx="100" type="title" hasCustomPrompt="1"/>
          </p:nvPr>
        </p:nvSpPr>
        <p:spPr>
          <a:xfrm>
            <a:off x="685800" y="1463040"/>
            <a:ext cx="10515600" cy="2743200"/>
          </a:xfrm>
          <a:prstGeom prst="rect">
            <a:avLst/>
          </a:prstGeom>
          <a:noFill/>
          <a:ln/>
        </p:spPr>
        <p:txBody>
          <a:bodyPr wrap="square" rtlCol="0"/>
          <a:lstStyle>
            <a:lvl1pPr algn="l" indent="0" marL="0">
              <a:buNone/>
              <a:defRPr lang="en-US" sz="6000" b="1" dirty="0">
                <a:solidFill>
                  <a:schemeClr val="bg1"/>
                </a:solidFill>
                <a:latin typeface="Space Grotesk" pitchFamily="34" charset="0"/>
                <a:ea typeface="Space Grotesk" pitchFamily="34" charset="-122"/>
                <a:cs typeface="Space Grotesk" pitchFamily="34" charset="-120"/>
              </a:defRPr>
            </a:lvl1pPr>
          </a:lstStyle>
          <a:p>
            <a:pPr algn="l" indent="0" marL="0">
              <a:buNone/>
            </a:pPr>
            <a:r>
              <a:rPr lang="en-US" sz="6000" b="1" dirty="0">
                <a:solidFill>
                  <a:schemeClr val="bg1"/>
                </a:solidFill>
                <a:latin typeface="Space Grotesk" pitchFamily="34" charset="0"/>
                <a:ea typeface="Space Grotesk" pitchFamily="34" charset="-122"/>
                <a:cs typeface="Space Grotesk" pitchFamily="34" charset="-120"/>
              </a:rPr>
              <a:t>One strong statement</a:t>
            </a:r>
            <a:endParaRPr lang="en-US" sz="6000" dirty="0"/>
          </a:p>
        </p:txBody>
      </p:sp>
      <p:sp>
        <p:nvSpPr>
          <p:cNvPr id="3" name="Slab"/>
          <p:cNvSpPr/>
          <p:nvPr/>
        </p:nvSpPr>
        <p:spPr>
          <a:xfrm>
            <a:off x="685800" y="4480560"/>
            <a:ext cx="731520" cy="146304"/>
          </a:xfrm>
          <a:prstGeom prst="rect">
            <a:avLst/>
          </a:prstGeom>
          <a:solidFill>
            <a:srgbClr val="ED6A20"/>
          </a:solidFill>
          <a:ln w="12700">
            <a:solidFill>
              <a:srgbClr val="ED6A20"/>
            </a:solidFill>
            <a:prstDash val="solid"/>
          </a:ln>
        </p:spPr>
      </p:sp>
      <p:pic>
        <p:nvPicPr>
          <p:cNvPr id="4" name="Slabs logo" descr="Slabs">    </p:cNvPr>
          <p:cNvPicPr>
            <a:picLocks noChangeAspect="1"/>
          </p:cNvPicPr>
          <p:nvPr/>
        </p:nvPicPr>
        <p:blipFill>
          <a:blip r:embed="rId1"/>
          <a:stretch>
            <a:fillRect/>
          </a:stretch>
        </p:blipFill>
        <p:spPr>
          <a:xfrm>
            <a:off x="685800" y="6144768"/>
            <a:ext cx="249631" cy="274320"/>
          </a:xfrm>
          <a:prstGeom prst="rect">
            <a:avLst/>
          </a:prstGeom>
        </p:spPr>
      </p:pic>
      <p:sp>
        <p:nvSpPr>
          <p:cNvPr id="25" name="Slide number"/>
          <p:cNvSpPr>
            <a:spLocks noGrp="1"/>
          </p:cNvSpPr>
          <p:nvPr>
            <p:ph type="sldNum" sz="quarter" idx="4294967295"/>
          </p:nvPr>
        </p:nvSpPr>
        <p:spPr>
          <a:xfrm>
            <a:off x="10591495" y="6126480"/>
            <a:ext cx="91440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B3AEA6"/>
                </a:solidFill>
                <a:latin typeface="IBM Plex Mono"/>
                <a:ea typeface="IBM Plex Mono"/>
                <a:cs typeface="IBM Plex Mono"/>
              </a:defRPr>
            </a:lvl1pPr>
          </a:lstStyle>
          <a:p>
            <a:pPr algn="r"/>
            <a:fld id="{F7021451-1387-4CA6-816F-3879F97B5CBC}" type="slidenum">
              <a:rPr b="0" lang="en-US"/>
              <a:t>1030</a:t>
            </a:fld>
            <a:endParaRPr lang="en-US"/>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Slabs Content Dark">
    <p:bg>
      <p:bgPr>
        <a:solidFill>
          <a:srgbClr val="333334"/>
        </a:solidFill>
      </p:bgPr>
    </p:bg>
    <p:spTree>
      <p:nvGrpSpPr>
        <p:cNvPr id="1" name=""/>
        <p:cNvGrpSpPr/>
        <p:nvPr/>
      </p:nvGrpSpPr>
      <p:grpSpPr>
        <a:xfrm>
          <a:off x="0" y="0"/>
          <a:ext cx="0" cy="0"/>
          <a:chOff x="0" y="0"/>
          <a:chExt cx="0" cy="0"/>
        </a:xfrm>
      </p:grpSpPr>
      <p:sp>
        <p:nvSpPr>
          <p:cNvPr id="2" name="Title"/>
          <p:cNvSpPr/>
          <p:nvPr>
            <p:ph idx="100" type="title" hasCustomPrompt="1"/>
          </p:nvPr>
        </p:nvSpPr>
        <p:spPr>
          <a:xfrm>
            <a:off x="685800" y="548640"/>
            <a:ext cx="10789920" cy="822960"/>
          </a:xfrm>
          <a:prstGeom prst="rect">
            <a:avLst/>
          </a:prstGeom>
          <a:noFill/>
          <a:ln/>
        </p:spPr>
        <p:txBody>
          <a:bodyPr wrap="square" rtlCol="0"/>
          <a:lstStyle>
            <a:lvl1pPr algn="l" indent="0" marL="0">
              <a:buNone/>
              <a:defRPr lang="en-US" sz="4000" b="1" dirty="0">
                <a:solidFill>
                  <a:schemeClr val="bg1"/>
                </a:solidFill>
                <a:latin typeface="Space Grotesk" pitchFamily="34" charset="0"/>
                <a:ea typeface="Space Grotesk" pitchFamily="34" charset="-122"/>
                <a:cs typeface="Space Grotesk" pitchFamily="34" charset="-120"/>
              </a:defRPr>
            </a:lvl1pPr>
          </a:lstStyle>
          <a:p>
            <a:pPr algn="l" indent="0" marL="0">
              <a:buNone/>
            </a:pPr>
            <a:r>
              <a:rPr lang="en-US" sz="4000" b="1" dirty="0">
                <a:solidFill>
                  <a:schemeClr val="bg1"/>
                </a:solidFill>
                <a:latin typeface="Space Grotesk" pitchFamily="34" charset="0"/>
                <a:ea typeface="Space Grotesk" pitchFamily="34" charset="-122"/>
                <a:cs typeface="Space Grotesk" pitchFamily="34" charset="-120"/>
              </a:rPr>
              <a:t>Slide heading</a:t>
            </a:r>
            <a:endParaRPr lang="en-US" sz="4000" dirty="0"/>
          </a:p>
        </p:txBody>
      </p:sp>
      <p:sp>
        <p:nvSpPr>
          <p:cNvPr id="3" name="Text"/>
          <p:cNvSpPr/>
          <p:nvPr>
            <p:ph idx="101" type="body" hasCustomPrompt="1"/>
          </p:nvPr>
        </p:nvSpPr>
        <p:spPr>
          <a:xfrm>
            <a:off x="685800" y="1691640"/>
            <a:ext cx="10820095" cy="4069080"/>
          </a:xfrm>
          <a:prstGeom prst="rect">
            <a:avLst/>
          </a:prstGeom>
          <a:noFill/>
          <a:ln/>
        </p:spPr>
        <p:txBody>
          <a:bodyPr wrap="square" rtlCol="0"/>
          <a:lstStyle>
            <a:lvl1pPr algn="l" indent="0" marL="0">
              <a:spcAft>
                <a:spcPts val="1000"/>
              </a:spcAft>
              <a:buNone/>
              <a:defRPr lang="en-US" sz="2800" dirty="0">
                <a:solidFill>
                  <a:schemeClr val="bg1"/>
                </a:solidFill>
                <a:latin typeface="Space Grotesk" pitchFamily="34" charset="0"/>
                <a:ea typeface="Space Grotesk" pitchFamily="34" charset="-122"/>
                <a:cs typeface="Space Grotesk" pitchFamily="34" charset="-120"/>
              </a:defRPr>
            </a:lvl1pPr>
          </a:lstStyle>
          <a:p>
            <a:pPr algn="l" indent="0" marL="0">
              <a:spcAft>
                <a:spcPts val="1000"/>
              </a:spcAft>
              <a:buNone/>
            </a:pPr>
            <a:r>
              <a:rPr lang="en-US" sz="2800" dirty="0">
                <a:solidFill>
                  <a:schemeClr val="bg1"/>
                </a:solidFill>
                <a:latin typeface="Space Grotesk" pitchFamily="34" charset="0"/>
                <a:ea typeface="Space Grotesk" pitchFamily="34" charset="-122"/>
                <a:cs typeface="Space Grotesk" pitchFamily="34" charset="-120"/>
              </a:rPr>
              <a:t>Body text, 28 pt minimum</a:t>
            </a:r>
            <a:endParaRPr lang="en-US" sz="2800" dirty="0"/>
          </a:p>
        </p:txBody>
      </p:sp>
      <p:pic>
        <p:nvPicPr>
          <p:cNvPr id="4" name="Slabs logo" descr="Slabs">    </p:cNvPr>
          <p:cNvPicPr>
            <a:picLocks noChangeAspect="1"/>
          </p:cNvPicPr>
          <p:nvPr/>
        </p:nvPicPr>
        <p:blipFill>
          <a:blip r:embed="rId1"/>
          <a:stretch>
            <a:fillRect/>
          </a:stretch>
        </p:blipFill>
        <p:spPr>
          <a:xfrm>
            <a:off x="685800" y="6144768"/>
            <a:ext cx="249631" cy="274320"/>
          </a:xfrm>
          <a:prstGeom prst="rect">
            <a:avLst/>
          </a:prstGeom>
        </p:spPr>
      </p:pic>
      <p:sp>
        <p:nvSpPr>
          <p:cNvPr id="25" name="Slide number"/>
          <p:cNvSpPr>
            <a:spLocks noGrp="1"/>
          </p:cNvSpPr>
          <p:nvPr>
            <p:ph type="sldNum" sz="quarter" idx="4294967295"/>
          </p:nvPr>
        </p:nvSpPr>
        <p:spPr>
          <a:xfrm>
            <a:off x="10591495" y="6126480"/>
            <a:ext cx="91440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B3AEA6"/>
                </a:solidFill>
                <a:latin typeface="IBM Plex Mono"/>
                <a:ea typeface="IBM Plex Mono"/>
                <a:cs typeface="IBM Plex Mono"/>
              </a:defRPr>
            </a:lvl1pPr>
          </a:lstStyle>
          <a:p>
            <a:pPr algn="r"/>
            <a:fld id="{F7021451-1387-4CA6-816F-3879F97B5CBC}" type="slidenum">
              <a:rPr b="0" lang="en-US"/>
              <a:t>1031</a:t>
            </a:fld>
            <a:endParaRPr lang="en-US"/>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Slabs Two Columns Dark">
    <p:bg>
      <p:bgPr>
        <a:solidFill>
          <a:srgbClr val="333334"/>
        </a:solidFill>
      </p:bgPr>
    </p:bg>
    <p:spTree>
      <p:nvGrpSpPr>
        <p:cNvPr id="1" name=""/>
        <p:cNvGrpSpPr/>
        <p:nvPr/>
      </p:nvGrpSpPr>
      <p:grpSpPr>
        <a:xfrm>
          <a:off x="0" y="0"/>
          <a:ext cx="0" cy="0"/>
          <a:chOff x="0" y="0"/>
          <a:chExt cx="0" cy="0"/>
        </a:xfrm>
      </p:grpSpPr>
      <p:sp>
        <p:nvSpPr>
          <p:cNvPr id="2" name="Title"/>
          <p:cNvSpPr/>
          <p:nvPr>
            <p:ph idx="100" type="title" hasCustomPrompt="1"/>
          </p:nvPr>
        </p:nvSpPr>
        <p:spPr>
          <a:xfrm>
            <a:off x="685800" y="548640"/>
            <a:ext cx="10789920" cy="822960"/>
          </a:xfrm>
          <a:prstGeom prst="rect">
            <a:avLst/>
          </a:prstGeom>
          <a:noFill/>
          <a:ln/>
        </p:spPr>
        <p:txBody>
          <a:bodyPr wrap="square" rtlCol="0"/>
          <a:lstStyle>
            <a:lvl1pPr algn="l" indent="0" marL="0">
              <a:buNone/>
              <a:defRPr lang="en-US" sz="4000" b="1" dirty="0">
                <a:solidFill>
                  <a:schemeClr val="bg1"/>
                </a:solidFill>
                <a:latin typeface="Space Grotesk" pitchFamily="34" charset="0"/>
                <a:ea typeface="Space Grotesk" pitchFamily="34" charset="-122"/>
                <a:cs typeface="Space Grotesk" pitchFamily="34" charset="-120"/>
              </a:defRPr>
            </a:lvl1pPr>
          </a:lstStyle>
          <a:p>
            <a:pPr algn="l" indent="0" marL="0">
              <a:buNone/>
            </a:pPr>
            <a:r>
              <a:rPr lang="en-US" sz="4000" b="1" dirty="0">
                <a:solidFill>
                  <a:schemeClr val="bg1"/>
                </a:solidFill>
                <a:latin typeface="Space Grotesk" pitchFamily="34" charset="0"/>
                <a:ea typeface="Space Grotesk" pitchFamily="34" charset="-122"/>
                <a:cs typeface="Space Grotesk" pitchFamily="34" charset="-120"/>
              </a:rPr>
              <a:t>Slide heading</a:t>
            </a:r>
            <a:endParaRPr lang="en-US" sz="4000" dirty="0"/>
          </a:p>
        </p:txBody>
      </p:sp>
      <p:sp>
        <p:nvSpPr>
          <p:cNvPr id="3" name="Left column"/>
          <p:cNvSpPr/>
          <p:nvPr>
            <p:ph idx="101" type="body" hasCustomPrompt="1"/>
          </p:nvPr>
        </p:nvSpPr>
        <p:spPr>
          <a:xfrm>
            <a:off x="685800" y="1691640"/>
            <a:ext cx="5158588" cy="4069080"/>
          </a:xfrm>
          <a:prstGeom prst="rect">
            <a:avLst/>
          </a:prstGeom>
          <a:noFill/>
          <a:ln/>
        </p:spPr>
        <p:txBody>
          <a:bodyPr wrap="square" rtlCol="0"/>
          <a:lstStyle>
            <a:lvl1pPr algn="l" indent="0" marL="0">
              <a:spcAft>
                <a:spcPts val="1000"/>
              </a:spcAft>
              <a:buNone/>
              <a:defRPr lang="en-US" sz="2400" dirty="0">
                <a:solidFill>
                  <a:schemeClr val="bg1"/>
                </a:solidFill>
                <a:latin typeface="Space Grotesk" pitchFamily="34" charset="0"/>
                <a:ea typeface="Space Grotesk" pitchFamily="34" charset="-122"/>
                <a:cs typeface="Space Grotesk" pitchFamily="34" charset="-120"/>
              </a:defRPr>
            </a:lvl1pPr>
          </a:lstStyle>
          <a:p>
            <a:pPr algn="l" indent="0" marL="0">
              <a:spcAft>
                <a:spcPts val="1000"/>
              </a:spcAft>
              <a:buNone/>
            </a:pPr>
            <a:r>
              <a:rPr lang="en-US" sz="2400" dirty="0">
                <a:solidFill>
                  <a:schemeClr val="bg1"/>
                </a:solidFill>
                <a:latin typeface="Space Grotesk" pitchFamily="34" charset="0"/>
                <a:ea typeface="Space Grotesk" pitchFamily="34" charset="-122"/>
                <a:cs typeface="Space Grotesk" pitchFamily="34" charset="-120"/>
              </a:rPr>
              <a:t>Left column</a:t>
            </a:r>
            <a:endParaRPr lang="en-US" sz="2400" dirty="0"/>
          </a:p>
        </p:txBody>
      </p:sp>
      <p:sp>
        <p:nvSpPr>
          <p:cNvPr id="4" name="Right column"/>
          <p:cNvSpPr/>
          <p:nvPr>
            <p:ph idx="102" type="body" hasCustomPrompt="1"/>
          </p:nvPr>
        </p:nvSpPr>
        <p:spPr>
          <a:xfrm>
            <a:off x="6347308" y="1691640"/>
            <a:ext cx="5158588" cy="4069080"/>
          </a:xfrm>
          <a:prstGeom prst="rect">
            <a:avLst/>
          </a:prstGeom>
          <a:noFill/>
          <a:ln/>
        </p:spPr>
        <p:txBody>
          <a:bodyPr wrap="square" rtlCol="0"/>
          <a:lstStyle>
            <a:lvl1pPr algn="l" indent="0" marL="0">
              <a:spcAft>
                <a:spcPts val="1000"/>
              </a:spcAft>
              <a:buNone/>
              <a:defRPr lang="en-US" sz="2400" dirty="0">
                <a:solidFill>
                  <a:schemeClr val="bg1"/>
                </a:solidFill>
                <a:latin typeface="Space Grotesk" pitchFamily="34" charset="0"/>
                <a:ea typeface="Space Grotesk" pitchFamily="34" charset="-122"/>
                <a:cs typeface="Space Grotesk" pitchFamily="34" charset="-120"/>
              </a:defRPr>
            </a:lvl1pPr>
          </a:lstStyle>
          <a:p>
            <a:pPr algn="l" indent="0" marL="0">
              <a:spcAft>
                <a:spcPts val="1000"/>
              </a:spcAft>
              <a:buNone/>
            </a:pPr>
            <a:r>
              <a:rPr lang="en-US" sz="2400" dirty="0">
                <a:solidFill>
                  <a:schemeClr val="bg1"/>
                </a:solidFill>
                <a:latin typeface="Space Grotesk" pitchFamily="34" charset="0"/>
                <a:ea typeface="Space Grotesk" pitchFamily="34" charset="-122"/>
                <a:cs typeface="Space Grotesk" pitchFamily="34" charset="-120"/>
              </a:rPr>
              <a:t>Right column</a:t>
            </a:r>
            <a:endParaRPr lang="en-US" sz="2400" dirty="0"/>
          </a:p>
        </p:txBody>
      </p:sp>
      <p:pic>
        <p:nvPicPr>
          <p:cNvPr id="5" name="Slabs logo" descr="Slabs">    </p:cNvPr>
          <p:cNvPicPr>
            <a:picLocks noChangeAspect="1"/>
          </p:cNvPicPr>
          <p:nvPr/>
        </p:nvPicPr>
        <p:blipFill>
          <a:blip r:embed="rId1"/>
          <a:stretch>
            <a:fillRect/>
          </a:stretch>
        </p:blipFill>
        <p:spPr>
          <a:xfrm>
            <a:off x="685800" y="6144768"/>
            <a:ext cx="249631" cy="274320"/>
          </a:xfrm>
          <a:prstGeom prst="rect">
            <a:avLst/>
          </a:prstGeom>
        </p:spPr>
      </p:pic>
      <p:sp>
        <p:nvSpPr>
          <p:cNvPr id="25" name="Slide number"/>
          <p:cNvSpPr>
            <a:spLocks noGrp="1"/>
          </p:cNvSpPr>
          <p:nvPr>
            <p:ph type="sldNum" sz="quarter" idx="4294967295"/>
          </p:nvPr>
        </p:nvSpPr>
        <p:spPr>
          <a:xfrm>
            <a:off x="10591495" y="6126480"/>
            <a:ext cx="91440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B3AEA6"/>
                </a:solidFill>
                <a:latin typeface="IBM Plex Mono"/>
                <a:ea typeface="IBM Plex Mono"/>
                <a:cs typeface="IBM Plex Mono"/>
              </a:defRPr>
            </a:lvl1pPr>
          </a:lstStyle>
          <a:p>
            <a:pPr algn="r"/>
            <a:fld id="{F7021451-1387-4CA6-816F-3879F97B5CBC}" type="slidenum">
              <a:rPr b="0" lang="en-US"/>
              <a:t>1032</a:t>
            </a:fld>
            <a:endParaRPr lang="en-US"/>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Slabs Title Only Dark">
    <p:bg>
      <p:bgPr>
        <a:solidFill>
          <a:srgbClr val="333334"/>
        </a:solidFill>
      </p:bgPr>
    </p:bg>
    <p:spTree>
      <p:nvGrpSpPr>
        <p:cNvPr id="1" name=""/>
        <p:cNvGrpSpPr/>
        <p:nvPr/>
      </p:nvGrpSpPr>
      <p:grpSpPr>
        <a:xfrm>
          <a:off x="0" y="0"/>
          <a:ext cx="0" cy="0"/>
          <a:chOff x="0" y="0"/>
          <a:chExt cx="0" cy="0"/>
        </a:xfrm>
      </p:grpSpPr>
      <p:sp>
        <p:nvSpPr>
          <p:cNvPr id="2" name="Title"/>
          <p:cNvSpPr/>
          <p:nvPr>
            <p:ph idx="100" type="title" hasCustomPrompt="1"/>
          </p:nvPr>
        </p:nvSpPr>
        <p:spPr>
          <a:xfrm>
            <a:off x="685800" y="548640"/>
            <a:ext cx="10789920" cy="822960"/>
          </a:xfrm>
          <a:prstGeom prst="rect">
            <a:avLst/>
          </a:prstGeom>
          <a:noFill/>
          <a:ln/>
        </p:spPr>
        <p:txBody>
          <a:bodyPr wrap="square" rtlCol="0"/>
          <a:lstStyle>
            <a:lvl1pPr algn="l" indent="0" marL="0">
              <a:buNone/>
              <a:defRPr lang="en-US" sz="4000" b="1" dirty="0">
                <a:solidFill>
                  <a:schemeClr val="bg1"/>
                </a:solidFill>
                <a:latin typeface="Space Grotesk" pitchFamily="34" charset="0"/>
                <a:ea typeface="Space Grotesk" pitchFamily="34" charset="-122"/>
                <a:cs typeface="Space Grotesk" pitchFamily="34" charset="-120"/>
              </a:defRPr>
            </a:lvl1pPr>
          </a:lstStyle>
          <a:p>
            <a:pPr algn="l" indent="0" marL="0">
              <a:buNone/>
            </a:pPr>
            <a:r>
              <a:rPr lang="en-US" sz="4000" b="1" dirty="0">
                <a:solidFill>
                  <a:schemeClr val="bg1"/>
                </a:solidFill>
                <a:latin typeface="Space Grotesk" pitchFamily="34" charset="0"/>
                <a:ea typeface="Space Grotesk" pitchFamily="34" charset="-122"/>
                <a:cs typeface="Space Grotesk" pitchFamily="34" charset="-120"/>
              </a:rPr>
              <a:t>Slide heading</a:t>
            </a:r>
            <a:endParaRPr lang="en-US" sz="4000" dirty="0"/>
          </a:p>
        </p:txBody>
      </p:sp>
      <p:pic>
        <p:nvPicPr>
          <p:cNvPr id="3" name="Slabs logo" descr="Slabs">    </p:cNvPr>
          <p:cNvPicPr>
            <a:picLocks noChangeAspect="1"/>
          </p:cNvPicPr>
          <p:nvPr/>
        </p:nvPicPr>
        <p:blipFill>
          <a:blip r:embed="rId1"/>
          <a:stretch>
            <a:fillRect/>
          </a:stretch>
        </p:blipFill>
        <p:spPr>
          <a:xfrm>
            <a:off x="685800" y="6144768"/>
            <a:ext cx="249631" cy="274320"/>
          </a:xfrm>
          <a:prstGeom prst="rect">
            <a:avLst/>
          </a:prstGeom>
        </p:spPr>
      </p:pic>
      <p:sp>
        <p:nvSpPr>
          <p:cNvPr id="25" name="Slide number"/>
          <p:cNvSpPr>
            <a:spLocks noGrp="1"/>
          </p:cNvSpPr>
          <p:nvPr>
            <p:ph type="sldNum" sz="quarter" idx="4294967295"/>
          </p:nvPr>
        </p:nvSpPr>
        <p:spPr>
          <a:xfrm>
            <a:off x="10591495" y="6126480"/>
            <a:ext cx="91440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B3AEA6"/>
                </a:solidFill>
                <a:latin typeface="IBM Plex Mono"/>
                <a:ea typeface="IBM Plex Mono"/>
                <a:cs typeface="IBM Plex Mono"/>
              </a:defRPr>
            </a:lvl1pPr>
          </a:lstStyle>
          <a:p>
            <a:pPr algn="r"/>
            <a:fld id="{F7021451-1387-4CA6-816F-3879F97B5CBC}" type="slidenum">
              <a:rPr b="0" lang="en-US"/>
              <a:t>1033</a:t>
            </a:fld>
            <a:endParaRPr lang="en-US"/>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Slabs Closing Dark">
    <p:bg>
      <p:bgPr>
        <a:solidFill>
          <a:srgbClr val="333334"/>
        </a:solidFill>
      </p:bgPr>
    </p:bg>
    <p:spTree>
      <p:nvGrpSpPr>
        <p:cNvPr id="1" name=""/>
        <p:cNvGrpSpPr/>
        <p:nvPr/>
      </p:nvGrpSpPr>
      <p:grpSpPr>
        <a:xfrm>
          <a:off x="0" y="0"/>
          <a:ext cx="0" cy="0"/>
          <a:chOff x="0" y="0"/>
          <a:chExt cx="0" cy="0"/>
        </a:xfrm>
      </p:grpSpPr>
      <p:pic>
        <p:nvPicPr>
          <p:cNvPr id="2" name="Slabs logo" descr="Slabs">    </p:cNvPr>
          <p:cNvPicPr>
            <a:picLocks noChangeAspect="1"/>
          </p:cNvPicPr>
          <p:nvPr/>
        </p:nvPicPr>
        <p:blipFill>
          <a:blip r:embed="rId1"/>
          <a:stretch>
            <a:fillRect/>
          </a:stretch>
        </p:blipFill>
        <p:spPr>
          <a:xfrm>
            <a:off x="685800" y="548640"/>
            <a:ext cx="1463040" cy="655190"/>
          </a:xfrm>
          <a:prstGeom prst="rect">
            <a:avLst/>
          </a:prstGeom>
        </p:spPr>
      </p:pic>
      <p:sp>
        <p:nvSpPr>
          <p:cNvPr id="3" name="Title"/>
          <p:cNvSpPr/>
          <p:nvPr>
            <p:ph idx="101" type="title" hasCustomPrompt="1"/>
          </p:nvPr>
        </p:nvSpPr>
        <p:spPr>
          <a:xfrm>
            <a:off x="685800" y="3566160"/>
            <a:ext cx="10515600" cy="1097280"/>
          </a:xfrm>
          <a:prstGeom prst="rect">
            <a:avLst/>
          </a:prstGeom>
          <a:noFill/>
          <a:ln/>
        </p:spPr>
        <p:txBody>
          <a:bodyPr wrap="square" rtlCol="0"/>
          <a:lstStyle>
            <a:lvl1pPr algn="l" indent="0" marL="0">
              <a:buNone/>
              <a:defRPr lang="en-US" sz="6000" b="1" dirty="0">
                <a:solidFill>
                  <a:schemeClr val="bg1"/>
                </a:solidFill>
                <a:latin typeface="Space Grotesk" pitchFamily="34" charset="0"/>
                <a:ea typeface="Space Grotesk" pitchFamily="34" charset="-122"/>
                <a:cs typeface="Space Grotesk" pitchFamily="34" charset="-120"/>
              </a:defRPr>
            </a:lvl1pPr>
          </a:lstStyle>
          <a:p>
            <a:pPr algn="l" indent="0" marL="0">
              <a:buNone/>
            </a:pPr>
            <a:r>
              <a:rPr lang="en-US" sz="6000" b="1" dirty="0">
                <a:solidFill>
                  <a:schemeClr val="bg1"/>
                </a:solidFill>
                <a:latin typeface="Space Grotesk" pitchFamily="34" charset="0"/>
                <a:ea typeface="Space Grotesk" pitchFamily="34" charset="-122"/>
                <a:cs typeface="Space Grotesk" pitchFamily="34" charset="-120"/>
              </a:rPr>
              <a:t>Thank you</a:t>
            </a:r>
            <a:endParaRPr lang="en-US" sz="6000" dirty="0"/>
          </a:p>
        </p:txBody>
      </p:sp>
      <p:sp>
        <p:nvSpPr>
          <p:cNvPr id="4" name="Links"/>
          <p:cNvSpPr/>
          <p:nvPr>
            <p:ph idx="102" type="body" hasCustomPrompt="1"/>
          </p:nvPr>
        </p:nvSpPr>
        <p:spPr>
          <a:xfrm>
            <a:off x="685800" y="4846320"/>
            <a:ext cx="10515600" cy="457200"/>
          </a:xfrm>
          <a:prstGeom prst="rect">
            <a:avLst/>
          </a:prstGeom>
          <a:noFill/>
          <a:ln/>
        </p:spPr>
        <p:txBody>
          <a:bodyPr wrap="square" rtlCol="0"/>
          <a:lstStyle>
            <a:lvl1pPr algn="l" indent="0" marL="0">
              <a:buNone/>
              <a:defRPr lang="en-US" sz="1800" dirty="0">
                <a:solidFill>
                  <a:srgbClr val="B3AEA6"/>
                </a:solidFill>
                <a:latin typeface="IBM Plex Mono" pitchFamily="34" charset="0"/>
                <a:ea typeface="IBM Plex Mono" pitchFamily="34" charset="-122"/>
                <a:cs typeface="IBM Plex Mono" pitchFamily="34" charset="-120"/>
              </a:defRPr>
            </a:lvl1pPr>
          </a:lstStyle>
          <a:p>
            <a:pPr algn="l" indent="0" marL="0">
              <a:buNone/>
            </a:pPr>
            <a:r>
              <a:rPr lang="en-US" sz="1800" dirty="0">
                <a:solidFill>
                  <a:srgbClr val="B3AEA6"/>
                </a:solidFill>
                <a:latin typeface="IBM Plex Mono" pitchFamily="34" charset="0"/>
                <a:ea typeface="IBM Plex Mono" pitchFamily="34" charset="-122"/>
                <a:cs typeface="IBM Plex Mono" pitchFamily="34" charset="-120"/>
              </a:rPr>
              <a:t>Slides link · @spomky-labs</a:t>
            </a:r>
            <a:endParaRPr lang="en-US" sz="1800" dirty="0"/>
          </a:p>
        </p:txBody>
      </p:sp>
      <p:sp>
        <p:nvSpPr>
          <p:cNvPr id="5" name="Slab"/>
          <p:cNvSpPr/>
          <p:nvPr/>
        </p:nvSpPr>
        <p:spPr>
          <a:xfrm>
            <a:off x="685800" y="5623560"/>
            <a:ext cx="502920" cy="128016"/>
          </a:xfrm>
          <a:prstGeom prst="rect">
            <a:avLst/>
          </a:prstGeom>
          <a:solidFill>
            <a:srgbClr val="ED6A20"/>
          </a:solidFill>
          <a:ln w="12700">
            <a:solidFill>
              <a:srgbClr val="ED6A20"/>
            </a:solidFill>
            <a:prstDash val="solid"/>
          </a:ln>
        </p:spPr>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591495" y="6126480"/>
            <a:ext cx="91440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E5B56"/>
                </a:solidFill>
                <a:latin typeface="IBM Plex Mono"/>
                <a:ea typeface="IBM Plex Mono"/>
                <a:cs typeface="IBM Plex Mono"/>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1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1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1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eg"/><Relationship Id="rId2" Type="http://schemas.openxmlformats.org/officeDocument/2006/relationships/slideLayout" Target="../slideLayouts/slideLayout6.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eg"/><Relationship Id="rId2" Type="http://schemas.openxmlformats.org/officeDocument/2006/relationships/slideLayout" Target="../slideLayouts/slideLayout17.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eg"/><Relationship Id="rId2" Type="http://schemas.openxmlformats.org/officeDocument/2006/relationships/image" Target="../media/image-16-2.jpeg"/><Relationship Id="rId3" Type="http://schemas.openxmlformats.org/officeDocument/2006/relationships/slideLayout" Target="../slideLayouts/slideLayout18.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eg"/><Relationship Id="rId2" Type="http://schemas.openxmlformats.org/officeDocument/2006/relationships/image" Target="../media/image-17-2.jpeg"/><Relationship Id="rId3" Type="http://schemas.openxmlformats.org/officeDocument/2006/relationships/image" Target="../media/image-17-3.jpeg"/><Relationship Id="rId4" Type="http://schemas.openxmlformats.org/officeDocument/2006/relationships/slideLayout" Target="../slideLayouts/slideLayout19.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eg"/><Relationship Id="rId2" Type="http://schemas.openxmlformats.org/officeDocument/2006/relationships/image" Target="../media/image-18-2.jpeg"/><Relationship Id="rId3" Type="http://schemas.openxmlformats.org/officeDocument/2006/relationships/image" Target="../media/image-18-3.jpeg"/><Relationship Id="rId4" Type="http://schemas.openxmlformats.org/officeDocument/2006/relationships/image" Target="../media/image-18-4.jpeg"/><Relationship Id="rId5" Type="http://schemas.openxmlformats.org/officeDocument/2006/relationships/slideLayout" Target="../slideLayouts/slideLayout20.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eg"/><Relationship Id="rId2" Type="http://schemas.openxmlformats.org/officeDocument/2006/relationships/slideLayout" Target="../slideLayouts/slideLayout2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4.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p:nvPr>
            <p:ph idx="102" type="title" hasCustomPrompt="1"/>
          </p:nvPr>
        </p:nvSpPr>
        <p:spPr>
          <a:xfrm>
            <a:off x="685800" y="3931920"/>
            <a:ext cx="10515600" cy="1188720"/>
          </a:xfrm>
          <a:prstGeom prst="rect">
            <a:avLst/>
          </a:prstGeom>
          <a:noFill/>
          <a:ln/>
        </p:spPr>
        <p:txBody>
          <a:bodyPr wrap="square" lIns="0" tIns="0" rIns="0" bIns="0" rtlCol="0" anchor="t"/>
          <a:lstStyle/>
          <a:p>
            <a:pPr algn="l" indent="0" marL="0">
              <a:buNone/>
            </a:pPr>
            <a:r>
              <a:rPr lang="en-US" sz="5400" b="1" dirty="0">
                <a:solidFill>
                  <a:schemeClr val="tx1"/>
                </a:solidFill>
                <a:latin typeface="Space Grotesk" pitchFamily="34" charset="0"/>
                <a:ea typeface="Space Grotesk" pitchFamily="34" charset="-122"/>
                <a:cs typeface="Space Grotesk" pitchFamily="34" charset="-120"/>
              </a:rPr>
              <a:t>[Talk title]</a:t>
            </a:r>
            <a:endParaRPr lang="en-US" sz="5400" dirty="0"/>
          </a:p>
        </p:txBody>
      </p:sp>
      <p:sp>
        <p:nvSpPr>
          <p:cNvPr id="3" name="Text 1"/>
          <p:cNvSpPr/>
          <p:nvPr>
            <p:ph idx="103" type="body" hasCustomPrompt="1"/>
          </p:nvPr>
        </p:nvSpPr>
        <p:spPr>
          <a:xfrm>
            <a:off x="685800" y="5257800"/>
            <a:ext cx="10515600" cy="457200"/>
          </a:xfrm>
          <a:prstGeom prst="rect">
            <a:avLst/>
          </a:prstGeom>
          <a:noFill/>
          <a:ln/>
        </p:spPr>
        <p:txBody>
          <a:bodyPr wrap="square" lIns="0" tIns="0" rIns="0" bIns="0" rtlCol="0" anchor="t"/>
          <a:lstStyle/>
          <a:p>
            <a:pPr algn="l" indent="0" marL="0">
              <a:buNone/>
            </a:pPr>
            <a:r>
              <a:rPr lang="en-US" sz="1800" dirty="0">
                <a:solidFill>
                  <a:schemeClr val="tx2"/>
                </a:solidFill>
                <a:latin typeface="IBM Plex Mono" pitchFamily="34" charset="0"/>
                <a:ea typeface="IBM Plex Mono" pitchFamily="34" charset="-122"/>
                <a:cs typeface="IBM Plex Mono" pitchFamily="34" charset="-120"/>
              </a:rPr>
              <a:t>[Speaker] · [Event] · [date]</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2" type="title" hasCustomPrompt="1"/>
          </p:nvPr>
        </p:nvSpPr>
        <p:spPr>
          <a:xfrm>
            <a:off x="685800" y="3566160"/>
            <a:ext cx="4952848" cy="1554480"/>
          </a:xfrm>
          <a:prstGeom prst="rect">
            <a:avLst/>
          </a:prstGeom>
          <a:noFill/>
          <a:ln/>
        </p:spPr>
        <p:txBody>
          <a:bodyPr wrap="square" lIns="0" tIns="0" rIns="0" bIns="0" rtlCol="0" anchor="t"/>
          <a:lstStyle/>
          <a:p>
            <a:pPr algn="l" indent="0" marL="0">
              <a:buNone/>
            </a:pPr>
            <a:r>
              <a:rPr lang="en-US" sz="4400" b="1" dirty="0">
                <a:solidFill>
                  <a:schemeClr val="tx1"/>
                </a:solidFill>
                <a:latin typeface="Space Grotesk" pitchFamily="34" charset="0"/>
                <a:ea typeface="Space Grotesk" pitchFamily="34" charset="-122"/>
                <a:cs typeface="Space Grotesk" pitchFamily="34" charset="-120"/>
              </a:rPr>
              <a:t>Security you can build on</a:t>
            </a:r>
            <a:endParaRPr lang="en-US" sz="4400" dirty="0"/>
          </a:p>
        </p:txBody>
      </p:sp>
      <p:sp>
        <p:nvSpPr>
          <p:cNvPr id="3" name="Text 1"/>
          <p:cNvSpPr/>
          <p:nvPr>
            <p:ph idx="103" type="body" hasCustomPrompt="1"/>
          </p:nvPr>
        </p:nvSpPr>
        <p:spPr>
          <a:xfrm>
            <a:off x="685800" y="5257800"/>
            <a:ext cx="4952848" cy="457200"/>
          </a:xfrm>
          <a:prstGeom prst="rect">
            <a:avLst/>
          </a:prstGeom>
          <a:noFill/>
          <a:ln/>
        </p:spPr>
        <p:txBody>
          <a:bodyPr wrap="square" lIns="0" tIns="0" rIns="0" bIns="0" rtlCol="0" anchor="t"/>
          <a:lstStyle/>
          <a:p>
            <a:pPr algn="l" indent="0" marL="0">
              <a:buNone/>
            </a:pPr>
            <a:r>
              <a:rPr lang="en-US" sz="1600" dirty="0">
                <a:solidFill>
                  <a:schemeClr val="tx2"/>
                </a:solidFill>
                <a:latin typeface="IBM Plex Mono" pitchFamily="34" charset="0"/>
                <a:ea typeface="IBM Plex Mono" pitchFamily="34" charset="-122"/>
                <a:cs typeface="IBM Plex Mono" pitchFamily="34" charset="-120"/>
              </a:rPr>
              <a:t>[Speaker] · [Event] · [date]</a:t>
            </a:r>
            <a:endParaRPr lang="en-US" sz="1600" dirty="0"/>
          </a:p>
        </p:txBody>
      </p:sp>
      <p:pic>
        <p:nvPicPr>
          <p:cNvPr id="4" name="Image 0" descr="A window looking out on a lake and mountains">    </p:cNvPr>
          <p:cNvPicPr>
            <a:picLocks noChangeAspect="1"/>
          </p:cNvPicPr>
          <p:nvPr>
            <p:ph idx="104" hasCustomPrompt="1"/>
          </p:nvPr>
        </p:nvPicPr>
        <p:blipFill>
          <a:blip r:embed="rId1"/>
          <a:stretch>
            <a:fillRect/>
          </a:stretch>
        </p:blipFill>
        <p:spPr>
          <a:xfrm>
            <a:off x="6095848" y="0"/>
            <a:ext cx="6095848"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685800" y="548640"/>
            <a:ext cx="10789920" cy="822960"/>
          </a:xfrm>
          <a:prstGeom prst="rect">
            <a:avLst/>
          </a:prstGeom>
          <a:noFill/>
          <a:ln/>
        </p:spPr>
        <p:txBody>
          <a:bodyPr wrap="square" lIns="0" tIns="0" rIns="0" bIns="0" rtlCol="0" anchor="t"/>
          <a:lstStyle/>
          <a:p>
            <a:pPr algn="l" indent="0" marL="0">
              <a:buNone/>
            </a:pPr>
            <a:r>
              <a:rPr lang="en-US" sz="4000" b="1" dirty="0">
                <a:solidFill>
                  <a:schemeClr val="tx1"/>
                </a:solidFill>
                <a:latin typeface="Space Grotesk" pitchFamily="34" charset="0"/>
                <a:ea typeface="Space Grotesk" pitchFamily="34" charset="-122"/>
                <a:cs typeface="Space Grotesk" pitchFamily="34" charset="-120"/>
              </a:rPr>
              <a:t>Agenda</a:t>
            </a:r>
            <a:endParaRPr lang="en-US" sz="4000" dirty="0"/>
          </a:p>
        </p:txBody>
      </p:sp>
      <p:sp>
        <p:nvSpPr>
          <p:cNvPr id="3" name="Text 0"/>
          <p:cNvSpPr/>
          <p:nvPr>
            <p:ph idx="101" type="body" hasCustomPrompt="1"/>
          </p:nvPr>
        </p:nvSpPr>
        <p:spPr>
          <a:xfrm>
            <a:off x="685800" y="1691640"/>
            <a:ext cx="10820095" cy="4069080"/>
          </a:xfrm>
          <a:prstGeom prst="rect">
            <a:avLst/>
          </a:prstGeom>
          <a:noFill/>
          <a:ln/>
        </p:spPr>
        <p:txBody>
          <a:bodyPr wrap="square" lIns="0" tIns="0" rIns="0" bIns="0" rtlCol="0" anchor="t"/>
          <a:lstStyle/>
          <a:p>
            <a:pPr algn="l" indent="0" marL="0">
              <a:spcAft>
                <a:spcPts val="1600"/>
              </a:spcAft>
              <a:buNone/>
            </a:pPr>
            <a:r>
              <a:rPr lang="en-US" sz="2800" dirty="0">
                <a:solidFill>
                  <a:srgbClr val="5E5B56"/>
                </a:solidFill>
                <a:latin typeface="IBM Plex Mono" pitchFamily="34" charset="0"/>
                <a:ea typeface="IBM Plex Mono" pitchFamily="34" charset="-122"/>
                <a:cs typeface="IBM Plex Mono" pitchFamily="34" charset="-120"/>
              </a:rPr>
              <a:t>01   </a:t>
            </a:r>
            <a:pPr algn="l" indent="0" marL="0">
              <a:spcAft>
                <a:spcPts val="1600"/>
              </a:spcAft>
              <a:buNone/>
            </a:pPr>
            <a:r>
              <a:rPr lang="en-US" sz="2800" dirty="0">
                <a:solidFill>
                  <a:schemeClr val="tx1"/>
                </a:solidFill>
                <a:latin typeface="Space Grotesk" pitchFamily="34" charset="0"/>
                <a:ea typeface="Space Grotesk" pitchFamily="34" charset="-122"/>
                <a:cs typeface="Space Grotesk" pitchFamily="34" charset="-120"/>
              </a:rPr>
              <a:t>Why passkeys</a:t>
            </a:r>
            <a:endParaRPr lang="en-US" sz="2800" dirty="0"/>
          </a:p>
          <a:p>
            <a:pPr algn="l" indent="0" marL="0">
              <a:spcAft>
                <a:spcPts val="1600"/>
              </a:spcAft>
              <a:buNone/>
            </a:pPr>
            <a:r>
              <a:rPr lang="en-US" sz="2800" dirty="0">
                <a:solidFill>
                  <a:srgbClr val="5E5B56"/>
                </a:solidFill>
                <a:latin typeface="IBM Plex Mono" pitchFamily="34" charset="0"/>
                <a:ea typeface="IBM Plex Mono" pitchFamily="34" charset="-122"/>
                <a:cs typeface="IBM Plex Mono" pitchFamily="34" charset="-120"/>
              </a:rPr>
              <a:t>02   </a:t>
            </a:r>
            <a:pPr algn="l" indent="0" marL="0">
              <a:spcAft>
                <a:spcPts val="1600"/>
              </a:spcAft>
              <a:buNone/>
            </a:pPr>
            <a:r>
              <a:rPr lang="en-US" sz="2800" dirty="0">
                <a:solidFill>
                  <a:schemeClr val="tx1"/>
                </a:solidFill>
                <a:latin typeface="Space Grotesk" pitchFamily="34" charset="0"/>
                <a:ea typeface="Space Grotesk" pitchFamily="34" charset="-122"/>
                <a:cs typeface="Space Grotesk" pitchFamily="34" charset="-120"/>
              </a:rPr>
              <a:t>Registering a device</a:t>
            </a:r>
            <a:endParaRPr lang="en-US" sz="2800" dirty="0"/>
          </a:p>
          <a:p>
            <a:pPr algn="l" indent="0" marL="0">
              <a:spcAft>
                <a:spcPts val="1600"/>
              </a:spcAft>
              <a:buNone/>
            </a:pPr>
            <a:r>
              <a:rPr lang="en-US" sz="2800" dirty="0">
                <a:solidFill>
                  <a:srgbClr val="5E5B56"/>
                </a:solidFill>
                <a:latin typeface="IBM Plex Mono" pitchFamily="34" charset="0"/>
                <a:ea typeface="IBM Plex Mono" pitchFamily="34" charset="-122"/>
                <a:cs typeface="IBM Plex Mono" pitchFamily="34" charset="-120"/>
              </a:rPr>
              <a:t>03   </a:t>
            </a:r>
            <a:pPr algn="l" indent="0" marL="0">
              <a:spcAft>
                <a:spcPts val="1600"/>
              </a:spcAft>
              <a:buNone/>
            </a:pPr>
            <a:r>
              <a:rPr lang="en-US" sz="2800" dirty="0">
                <a:solidFill>
                  <a:schemeClr val="tx1"/>
                </a:solidFill>
                <a:latin typeface="Space Grotesk" pitchFamily="34" charset="0"/>
                <a:ea typeface="Space Grotesk" pitchFamily="34" charset="-122"/>
                <a:cs typeface="Space Grotesk" pitchFamily="34" charset="-120"/>
              </a:rPr>
              <a:t>Signing in</a:t>
            </a:r>
            <a:endParaRPr lang="en-US" sz="2800" dirty="0"/>
          </a:p>
          <a:p>
            <a:pPr algn="l" indent="0" marL="0">
              <a:spcAft>
                <a:spcPts val="1600"/>
              </a:spcAft>
              <a:buNone/>
            </a:pPr>
            <a:r>
              <a:rPr lang="en-US" sz="2800" dirty="0">
                <a:solidFill>
                  <a:srgbClr val="5E5B56"/>
                </a:solidFill>
                <a:latin typeface="IBM Plex Mono" pitchFamily="34" charset="0"/>
                <a:ea typeface="IBM Plex Mono" pitchFamily="34" charset="-122"/>
                <a:cs typeface="IBM Plex Mono" pitchFamily="34" charset="-120"/>
              </a:rPr>
              <a:t>04   </a:t>
            </a:r>
            <a:pPr algn="l" indent="0" marL="0">
              <a:spcAft>
                <a:spcPts val="1600"/>
              </a:spcAft>
              <a:buNone/>
            </a:pPr>
            <a:r>
              <a:rPr lang="en-US" sz="2800" dirty="0">
                <a:solidFill>
                  <a:schemeClr val="tx1"/>
                </a:solidFill>
                <a:latin typeface="Space Grotesk" pitchFamily="34" charset="0"/>
                <a:ea typeface="Space Grotesk" pitchFamily="34" charset="-122"/>
                <a:cs typeface="Space Grotesk" pitchFamily="34" charset="-120"/>
              </a:rPr>
              <a:t>What the server keeps</a:t>
            </a:r>
            <a:endParaRPr lang="en-US" sz="2800" dirty="0"/>
          </a:p>
          <a:p>
            <a:pPr algn="l" indent="0" marL="0">
              <a:spcAft>
                <a:spcPts val="1600"/>
              </a:spcAft>
              <a:buNone/>
            </a:pPr>
            <a:r>
              <a:rPr lang="en-US" sz="2800" dirty="0">
                <a:solidFill>
                  <a:srgbClr val="5E5B56"/>
                </a:solidFill>
                <a:latin typeface="IBM Plex Mono" pitchFamily="34" charset="0"/>
                <a:ea typeface="IBM Plex Mono" pitchFamily="34" charset="-122"/>
                <a:cs typeface="IBM Plex Mono" pitchFamily="34" charset="-120"/>
              </a:rPr>
              <a:t>05   </a:t>
            </a:r>
            <a:pPr algn="l" indent="0" marL="0">
              <a:spcAft>
                <a:spcPts val="1600"/>
              </a:spcAft>
              <a:buNone/>
            </a:pPr>
            <a:r>
              <a:rPr lang="en-US" sz="2800" dirty="0">
                <a:solidFill>
                  <a:schemeClr val="tx1"/>
                </a:solidFill>
                <a:latin typeface="Space Grotesk" pitchFamily="34" charset="0"/>
                <a:ea typeface="Space Grotesk" pitchFamily="34" charset="-122"/>
                <a:cs typeface="Space Grotesk" pitchFamily="34" charset="-120"/>
              </a:rPr>
              <a:t>Questions</a:t>
            </a:r>
            <a:endParaRPr lang="en-US" sz="2800" dirty="0"/>
          </a:p>
        </p:txBody>
      </p:sp>
      <p:sp>
        <p:nvSpPr>
          <p:cNvPr id="25" name="Slide Number Placeholder 0"/>
          <p:cNvSpPr>
            <a:spLocks noGrp="1"/>
          </p:cNvSpPr>
          <p:nvPr>
            <p:ph type="sldNum" sz="quarter" idx="4294967295"/>
          </p:nvPr>
        </p:nvSpPr>
        <p:spPr>
          <a:xfrm>
            <a:off x="10591495" y="6126480"/>
            <a:ext cx="91440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E5B56"/>
                </a:solidFill>
                <a:latin typeface="IBM Plex Mono"/>
                <a:ea typeface="IBM Plex Mono"/>
                <a:cs typeface="IBM Plex Mono"/>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685800" y="2103120"/>
            <a:ext cx="5486400" cy="1737360"/>
          </a:xfrm>
          <a:prstGeom prst="rect">
            <a:avLst/>
          </a:prstGeom>
          <a:noFill/>
          <a:ln/>
        </p:spPr>
        <p:txBody>
          <a:bodyPr wrap="square" lIns="0" tIns="0" rIns="0" bIns="0" rtlCol="0" anchor="b"/>
          <a:lstStyle/>
          <a:p>
            <a:pPr algn="l" indent="0" marL="0">
              <a:buNone/>
            </a:pPr>
            <a:r>
              <a:rPr lang="en-US" sz="12000" dirty="0">
                <a:solidFill>
                  <a:schemeClr val="tx1"/>
                </a:solidFill>
                <a:latin typeface="Space Grotesk Light" pitchFamily="34" charset="0"/>
                <a:ea typeface="Space Grotesk Light" pitchFamily="34" charset="-122"/>
                <a:cs typeface="Space Grotesk Light" pitchFamily="34" charset="-120"/>
              </a:rPr>
              <a:t>01</a:t>
            </a:r>
            <a:endParaRPr lang="en-US" sz="12000" dirty="0"/>
          </a:p>
        </p:txBody>
      </p:sp>
      <p:sp>
        <p:nvSpPr>
          <p:cNvPr id="3" name="Text 1"/>
          <p:cNvSpPr/>
          <p:nvPr>
            <p:ph idx="102" type="title" hasCustomPrompt="1"/>
          </p:nvPr>
        </p:nvSpPr>
        <p:spPr>
          <a:xfrm>
            <a:off x="685800" y="4343400"/>
            <a:ext cx="10515600" cy="1097280"/>
          </a:xfrm>
          <a:prstGeom prst="rect">
            <a:avLst/>
          </a:prstGeom>
          <a:noFill/>
          <a:ln/>
        </p:spPr>
        <p:txBody>
          <a:bodyPr wrap="square" lIns="0" tIns="0" rIns="0" bIns="0" rtlCol="0" anchor="t"/>
          <a:lstStyle/>
          <a:p>
            <a:pPr algn="l" indent="0" marL="0">
              <a:buNone/>
            </a:pPr>
            <a:r>
              <a:rPr lang="en-US" sz="4400" b="1" dirty="0">
                <a:solidFill>
                  <a:schemeClr val="tx1"/>
                </a:solidFill>
                <a:latin typeface="Space Grotesk" pitchFamily="34" charset="0"/>
                <a:ea typeface="Space Grotesk" pitchFamily="34" charset="-122"/>
                <a:cs typeface="Space Grotesk" pitchFamily="34" charset="-120"/>
              </a:rPr>
              <a:t>Why passkeys</a:t>
            </a:r>
            <a:endParaRPr lang="en-US" sz="4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685800" y="548640"/>
            <a:ext cx="10789920" cy="822960"/>
          </a:xfrm>
          <a:prstGeom prst="rect">
            <a:avLst/>
          </a:prstGeom>
          <a:noFill/>
          <a:ln/>
        </p:spPr>
        <p:txBody>
          <a:bodyPr wrap="square" lIns="0" tIns="0" rIns="0" bIns="0" rtlCol="0" anchor="t"/>
          <a:lstStyle/>
          <a:p>
            <a:pPr algn="l" indent="0" marL="0">
              <a:buNone/>
            </a:pPr>
            <a:r>
              <a:rPr lang="en-US" sz="4000" b="1" dirty="0">
                <a:solidFill>
                  <a:schemeClr val="tx1"/>
                </a:solidFill>
                <a:latin typeface="Space Grotesk" pitchFamily="34" charset="0"/>
                <a:ea typeface="Space Grotesk" pitchFamily="34" charset="-122"/>
                <a:cs typeface="Space Grotesk" pitchFamily="34" charset="-120"/>
              </a:rPr>
              <a:t>What passkeys change</a:t>
            </a:r>
            <a:endParaRPr lang="en-US" sz="4000" dirty="0"/>
          </a:p>
        </p:txBody>
      </p:sp>
      <p:sp>
        <p:nvSpPr>
          <p:cNvPr id="3" name="Text 0"/>
          <p:cNvSpPr/>
          <p:nvPr>
            <p:ph idx="101" type="body" hasCustomPrompt="1"/>
          </p:nvPr>
        </p:nvSpPr>
        <p:spPr>
          <a:xfrm>
            <a:off x="685800" y="1691640"/>
            <a:ext cx="10820095" cy="4069080"/>
          </a:xfrm>
          <a:prstGeom prst="rect">
            <a:avLst/>
          </a:prstGeom>
          <a:noFill/>
          <a:ln/>
        </p:spPr>
        <p:txBody>
          <a:bodyPr wrap="square" lIns="0" tIns="0" rIns="0" bIns="0" rtlCol="0" anchor="t"/>
          <a:lstStyle/>
          <a:p>
            <a:pPr algn="l" marL="304800" indent="-304800">
              <a:spcAft>
                <a:spcPts val="1000"/>
              </a:spcAft>
              <a:buSzPct val="100000"/>
              <a:buChar char="•"/>
            </a:pPr>
            <a:r>
              <a:rPr lang="en-US" sz="2800" dirty="0">
                <a:solidFill>
                  <a:schemeClr val="tx1"/>
                </a:solidFill>
                <a:latin typeface="Space Grotesk" pitchFamily="34" charset="0"/>
                <a:ea typeface="Space Grotesk" pitchFamily="34" charset="-122"/>
                <a:cs typeface="Space Grotesk" pitchFamily="34" charset="-120"/>
              </a:rPr>
              <a:t>Resistant to phishing</a:t>
            </a:r>
            <a:endParaRPr lang="en-US" sz="2800" dirty="0"/>
          </a:p>
          <a:p>
            <a:pPr algn="l" marL="304800" indent="-304800">
              <a:spcAft>
                <a:spcPts val="1000"/>
              </a:spcAft>
              <a:buSzPct val="100000"/>
              <a:buChar char="•"/>
            </a:pPr>
            <a:r>
              <a:rPr lang="en-US" sz="2800" dirty="0">
                <a:solidFill>
                  <a:schemeClr val="tx1"/>
                </a:solidFill>
                <a:latin typeface="Space Grotesk" pitchFamily="34" charset="0"/>
                <a:ea typeface="Space Grotesk" pitchFamily="34" charset="-122"/>
                <a:cs typeface="Space Grotesk" pitchFamily="34" charset="-120"/>
              </a:rPr>
              <a:t>No shared secret on the server</a:t>
            </a:r>
            <a:endParaRPr lang="en-US" sz="2800" dirty="0"/>
          </a:p>
          <a:p>
            <a:pPr algn="l" marL="304800" indent="-304800">
              <a:spcAft>
                <a:spcPts val="1000"/>
              </a:spcAft>
              <a:buSzPct val="100000"/>
              <a:buChar char="•"/>
            </a:pPr>
            <a:r>
              <a:rPr lang="en-US" sz="2800" dirty="0">
                <a:solidFill>
                  <a:schemeClr val="tx1"/>
                </a:solidFill>
                <a:latin typeface="Space Grotesk" pitchFamily="34" charset="0"/>
                <a:ea typeface="Space Grotesk" pitchFamily="34" charset="-122"/>
                <a:cs typeface="Space Grotesk" pitchFamily="34" charset="-120"/>
              </a:rPr>
              <a:t>Nothing for the user to remember</a:t>
            </a:r>
            <a:endParaRPr lang="en-US" sz="2800" dirty="0"/>
          </a:p>
        </p:txBody>
      </p:sp>
      <p:sp>
        <p:nvSpPr>
          <p:cNvPr id="25" name="Slide Number Placeholder 0"/>
          <p:cNvSpPr>
            <a:spLocks noGrp="1"/>
          </p:cNvSpPr>
          <p:nvPr>
            <p:ph type="sldNum" sz="quarter" idx="4294967295"/>
          </p:nvPr>
        </p:nvSpPr>
        <p:spPr>
          <a:xfrm>
            <a:off x="10591495" y="6126480"/>
            <a:ext cx="91440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E5B56"/>
                </a:solidFill>
                <a:latin typeface="IBM Plex Mono"/>
                <a:ea typeface="IBM Plex Mono"/>
                <a:cs typeface="IBM Plex Mono"/>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685800" y="548640"/>
            <a:ext cx="10789920" cy="822960"/>
          </a:xfrm>
          <a:prstGeom prst="rect">
            <a:avLst/>
          </a:prstGeom>
          <a:noFill/>
          <a:ln/>
        </p:spPr>
        <p:txBody>
          <a:bodyPr wrap="square" lIns="0" tIns="0" rIns="0" bIns="0" rtlCol="0" anchor="t"/>
          <a:lstStyle/>
          <a:p>
            <a:pPr algn="l" indent="0" marL="0">
              <a:buNone/>
            </a:pPr>
            <a:r>
              <a:rPr lang="en-US" sz="4000" b="1" dirty="0">
                <a:solidFill>
                  <a:schemeClr val="tx1"/>
                </a:solidFill>
                <a:latin typeface="Space Grotesk" pitchFamily="34" charset="0"/>
                <a:ea typeface="Space Grotesk" pitchFamily="34" charset="-122"/>
                <a:cs typeface="Space Grotesk" pitchFamily="34" charset="-120"/>
              </a:rPr>
              <a:t>Two ways to sign in</a:t>
            </a:r>
            <a:endParaRPr lang="en-US" sz="4000" dirty="0"/>
          </a:p>
        </p:txBody>
      </p:sp>
      <p:sp>
        <p:nvSpPr>
          <p:cNvPr id="3" name="Text 0"/>
          <p:cNvSpPr/>
          <p:nvPr>
            <p:ph idx="101" type="body" hasCustomPrompt="1"/>
          </p:nvPr>
        </p:nvSpPr>
        <p:spPr>
          <a:xfrm>
            <a:off x="685800" y="1691640"/>
            <a:ext cx="5158588" cy="4069080"/>
          </a:xfrm>
          <a:prstGeom prst="rect">
            <a:avLst/>
          </a:prstGeom>
          <a:noFill/>
          <a:ln/>
        </p:spPr>
        <p:txBody>
          <a:bodyPr wrap="square" lIns="0" tIns="0" rIns="0" bIns="0" rtlCol="0" anchor="t"/>
          <a:lstStyle/>
          <a:p>
            <a:pPr algn="l" marL="304800" indent="-304800">
              <a:spcAft>
                <a:spcPts val="1000"/>
              </a:spcAft>
              <a:buSzPct val="100000"/>
              <a:buChar char="•"/>
            </a:pPr>
            <a:r>
              <a:rPr lang="en-US" sz="2400" dirty="0">
                <a:solidFill>
                  <a:schemeClr val="tx1"/>
                </a:solidFill>
                <a:latin typeface="Space Grotesk" pitchFamily="34" charset="0"/>
                <a:ea typeface="Space Grotesk" pitchFamily="34" charset="-122"/>
                <a:cs typeface="Space Grotesk" pitchFamily="34" charset="-120"/>
              </a:rPr>
              <a:t>A passkey on the device</a:t>
            </a:r>
            <a:endParaRPr lang="en-US" sz="2400" dirty="0"/>
          </a:p>
          <a:p>
            <a:pPr algn="l" marL="304800" indent="-304800">
              <a:spcAft>
                <a:spcPts val="1000"/>
              </a:spcAft>
              <a:buSzPct val="100000"/>
              <a:buChar char="•"/>
            </a:pPr>
            <a:r>
              <a:rPr lang="en-US" sz="2400" dirty="0">
                <a:solidFill>
                  <a:schemeClr val="tx1"/>
                </a:solidFill>
                <a:latin typeface="Space Grotesk" pitchFamily="34" charset="0"/>
                <a:ea typeface="Space Grotesk" pitchFamily="34" charset="-122"/>
                <a:cs typeface="Space Grotesk" pitchFamily="34" charset="-120"/>
              </a:rPr>
              <a:t>Unlocked with a fingerprint, a face or a PIN</a:t>
            </a:r>
            <a:endParaRPr lang="en-US" sz="2400" dirty="0"/>
          </a:p>
          <a:p>
            <a:pPr algn="l" marL="304800" indent="-304800">
              <a:spcAft>
                <a:spcPts val="1000"/>
              </a:spcAft>
              <a:buSzPct val="100000"/>
              <a:buChar char="•"/>
            </a:pPr>
            <a:r>
              <a:rPr lang="en-US" sz="2400" dirty="0">
                <a:solidFill>
                  <a:schemeClr val="tx1"/>
                </a:solidFill>
                <a:latin typeface="Space Grotesk" pitchFamily="34" charset="0"/>
                <a:ea typeface="Space Grotesk" pitchFamily="34" charset="-122"/>
                <a:cs typeface="Space Grotesk" pitchFamily="34" charset="-120"/>
              </a:rPr>
              <a:t>Nothing typed</a:t>
            </a:r>
            <a:endParaRPr lang="en-US" sz="2400" dirty="0"/>
          </a:p>
        </p:txBody>
      </p:sp>
      <p:sp>
        <p:nvSpPr>
          <p:cNvPr id="4" name="Text 0"/>
          <p:cNvSpPr/>
          <p:nvPr>
            <p:ph idx="102" type="body" hasCustomPrompt="1"/>
          </p:nvPr>
        </p:nvSpPr>
        <p:spPr>
          <a:xfrm>
            <a:off x="6347308" y="1691640"/>
            <a:ext cx="5158588" cy="4069080"/>
          </a:xfrm>
          <a:prstGeom prst="rect">
            <a:avLst/>
          </a:prstGeom>
          <a:noFill/>
          <a:ln/>
        </p:spPr>
        <p:txBody>
          <a:bodyPr wrap="square" lIns="0" tIns="0" rIns="0" bIns="0" rtlCol="0" anchor="t"/>
          <a:lstStyle/>
          <a:p>
            <a:pPr algn="l" marL="304800" indent="-304800">
              <a:spcAft>
                <a:spcPts val="1000"/>
              </a:spcAft>
              <a:buSzPct val="100000"/>
              <a:buChar char="•"/>
            </a:pPr>
            <a:r>
              <a:rPr lang="en-US" sz="2400" dirty="0">
                <a:solidFill>
                  <a:schemeClr val="tx1"/>
                </a:solidFill>
                <a:latin typeface="Space Grotesk" pitchFamily="34" charset="0"/>
                <a:ea typeface="Space Grotesk" pitchFamily="34" charset="-122"/>
                <a:cs typeface="Space Grotesk" pitchFamily="34" charset="-120"/>
              </a:rPr>
              <a:t>A security key</a:t>
            </a:r>
            <a:endParaRPr lang="en-US" sz="2400" dirty="0"/>
          </a:p>
          <a:p>
            <a:pPr algn="l" marL="304800" indent="-304800">
              <a:spcAft>
                <a:spcPts val="1000"/>
              </a:spcAft>
              <a:buSzPct val="100000"/>
              <a:buChar char="•"/>
            </a:pPr>
            <a:r>
              <a:rPr lang="en-US" sz="2400" dirty="0">
                <a:solidFill>
                  <a:schemeClr val="tx1"/>
                </a:solidFill>
                <a:latin typeface="Space Grotesk" pitchFamily="34" charset="0"/>
                <a:ea typeface="Space Grotesk" pitchFamily="34" charset="-122"/>
                <a:cs typeface="Space Grotesk" pitchFamily="34" charset="-120"/>
              </a:rPr>
              <a:t>Plugged in or tapped</a:t>
            </a:r>
            <a:endParaRPr lang="en-US" sz="2400" dirty="0"/>
          </a:p>
          <a:p>
            <a:pPr algn="l" marL="304800" indent="-304800">
              <a:spcAft>
                <a:spcPts val="1000"/>
              </a:spcAft>
              <a:buSzPct val="100000"/>
              <a:buChar char="•"/>
            </a:pPr>
            <a:r>
              <a:rPr lang="en-US" sz="2400" dirty="0">
                <a:solidFill>
                  <a:schemeClr val="tx1"/>
                </a:solidFill>
                <a:latin typeface="Space Grotesk" pitchFamily="34" charset="0"/>
                <a:ea typeface="Space Grotesk" pitchFamily="34" charset="-122"/>
                <a:cs typeface="Space Grotesk" pitchFamily="34" charset="-120"/>
              </a:rPr>
              <a:t>Works on any computer</a:t>
            </a:r>
            <a:endParaRPr lang="en-US" sz="2400" dirty="0"/>
          </a:p>
        </p:txBody>
      </p:sp>
      <p:sp>
        <p:nvSpPr>
          <p:cNvPr id="25" name="Slide Number Placeholder 0"/>
          <p:cNvSpPr>
            <a:spLocks noGrp="1"/>
          </p:cNvSpPr>
          <p:nvPr>
            <p:ph type="sldNum" sz="quarter" idx="4294967295"/>
          </p:nvPr>
        </p:nvSpPr>
        <p:spPr>
          <a:xfrm>
            <a:off x="10591495" y="6126480"/>
            <a:ext cx="91440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E5B56"/>
                </a:solidFill>
                <a:latin typeface="IBM Plex Mono"/>
                <a:ea typeface="IBM Plex Mono"/>
                <a:cs typeface="IBM Plex Mono"/>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685800" y="548640"/>
            <a:ext cx="10789920" cy="822960"/>
          </a:xfrm>
          <a:prstGeom prst="rect">
            <a:avLst/>
          </a:prstGeom>
          <a:noFill/>
          <a:ln/>
        </p:spPr>
        <p:txBody>
          <a:bodyPr wrap="square" lIns="0" tIns="0" rIns="0" bIns="0" rtlCol="0" anchor="t"/>
          <a:lstStyle/>
          <a:p>
            <a:pPr algn="l" indent="0" marL="0">
              <a:buNone/>
            </a:pPr>
            <a:r>
              <a:rPr lang="en-US" sz="4000" b="1" dirty="0">
                <a:solidFill>
                  <a:schemeClr val="tx1"/>
                </a:solidFill>
                <a:latin typeface="Space Grotesk" pitchFamily="34" charset="0"/>
                <a:ea typeface="Space Grotesk" pitchFamily="34" charset="-122"/>
                <a:cs typeface="Space Grotesk" pitchFamily="34" charset="-120"/>
              </a:rPr>
              <a:t>Password or passkey</a:t>
            </a:r>
            <a:endParaRPr lang="en-US" sz="4000" dirty="0"/>
          </a:p>
        </p:txBody>
      </p:sp>
      <p:sp>
        <p:nvSpPr>
          <p:cNvPr id="3" name="Text 0"/>
          <p:cNvSpPr/>
          <p:nvPr>
            <p:ph idx="101" type="body" hasCustomPrompt="1"/>
          </p:nvPr>
        </p:nvSpPr>
        <p:spPr>
          <a:xfrm>
            <a:off x="685800" y="1691640"/>
            <a:ext cx="5158588" cy="365760"/>
          </a:xfrm>
          <a:prstGeom prst="rect">
            <a:avLst/>
          </a:prstGeom>
          <a:noFill/>
          <a:ln/>
        </p:spPr>
        <p:txBody>
          <a:bodyPr wrap="square" lIns="0" tIns="0" rIns="0" bIns="0" rtlCol="0" anchor="t"/>
          <a:lstStyle/>
          <a:p>
            <a:pPr algn="l" indent="0" marL="0">
              <a:buNone/>
            </a:pPr>
            <a:r>
              <a:rPr lang="en-US" sz="1600" b="1" spc="200" kern="0" dirty="0">
                <a:solidFill>
                  <a:schemeClr val="tx1"/>
                </a:solidFill>
                <a:latin typeface="IBM Plex Mono" pitchFamily="34" charset="0"/>
                <a:ea typeface="IBM Plex Mono" pitchFamily="34" charset="-122"/>
                <a:cs typeface="IBM Plex Mono" pitchFamily="34" charset="-120"/>
              </a:rPr>
              <a:t>PASSWORD</a:t>
            </a:r>
            <a:endParaRPr lang="en-US" sz="1600" dirty="0"/>
          </a:p>
        </p:txBody>
      </p:sp>
      <p:sp>
        <p:nvSpPr>
          <p:cNvPr id="4" name="Text 1"/>
          <p:cNvSpPr/>
          <p:nvPr>
            <p:ph idx="104" type="body" hasCustomPrompt="1"/>
          </p:nvPr>
        </p:nvSpPr>
        <p:spPr>
          <a:xfrm>
            <a:off x="6347308" y="1691640"/>
            <a:ext cx="5158588" cy="365760"/>
          </a:xfrm>
          <a:prstGeom prst="rect">
            <a:avLst/>
          </a:prstGeom>
          <a:noFill/>
          <a:ln/>
        </p:spPr>
        <p:txBody>
          <a:bodyPr wrap="square" lIns="0" tIns="0" rIns="0" bIns="0" rtlCol="0" anchor="t"/>
          <a:lstStyle/>
          <a:p>
            <a:pPr algn="l" indent="0" marL="0">
              <a:buNone/>
            </a:pPr>
            <a:r>
              <a:rPr lang="en-US" sz="1600" b="1" spc="200" kern="0" dirty="0">
                <a:solidFill>
                  <a:schemeClr val="tx1"/>
                </a:solidFill>
                <a:latin typeface="IBM Plex Mono" pitchFamily="34" charset="0"/>
                <a:ea typeface="IBM Plex Mono" pitchFamily="34" charset="-122"/>
                <a:cs typeface="IBM Plex Mono" pitchFamily="34" charset="-120"/>
              </a:rPr>
              <a:t>PASSKEY</a:t>
            </a:r>
            <a:endParaRPr lang="en-US" sz="1600" dirty="0"/>
          </a:p>
        </p:txBody>
      </p:sp>
      <p:sp>
        <p:nvSpPr>
          <p:cNvPr id="5" name="Text 1"/>
          <p:cNvSpPr/>
          <p:nvPr>
            <p:ph idx="103" type="body" hasCustomPrompt="1"/>
          </p:nvPr>
        </p:nvSpPr>
        <p:spPr>
          <a:xfrm>
            <a:off x="685800" y="2331720"/>
            <a:ext cx="5158588" cy="3429000"/>
          </a:xfrm>
          <a:prstGeom prst="rect">
            <a:avLst/>
          </a:prstGeom>
          <a:noFill/>
          <a:ln/>
        </p:spPr>
        <p:txBody>
          <a:bodyPr wrap="square" lIns="0" tIns="0" rIns="0" bIns="0" rtlCol="0" anchor="t"/>
          <a:lstStyle/>
          <a:p>
            <a:pPr algn="l" marL="304800" indent="-304800">
              <a:spcAft>
                <a:spcPts val="1000"/>
              </a:spcAft>
              <a:buSzPct val="100000"/>
              <a:buChar char="•"/>
            </a:pPr>
            <a:r>
              <a:rPr lang="en-US" sz="2400" dirty="0">
                <a:solidFill>
                  <a:schemeClr val="tx1"/>
                </a:solidFill>
                <a:latin typeface="Space Grotesk" pitchFamily="34" charset="0"/>
                <a:ea typeface="Space Grotesk" pitchFamily="34" charset="-122"/>
                <a:cs typeface="Space Grotesk" pitchFamily="34" charset="-120"/>
              </a:rPr>
              <a:t>Shared with the server</a:t>
            </a:r>
            <a:endParaRPr lang="en-US" sz="2400" dirty="0"/>
          </a:p>
          <a:p>
            <a:pPr algn="l" marL="304800" indent="-304800">
              <a:spcAft>
                <a:spcPts val="1000"/>
              </a:spcAft>
              <a:buSzPct val="100000"/>
              <a:buChar char="•"/>
            </a:pPr>
            <a:r>
              <a:rPr lang="en-US" sz="2400" dirty="0">
                <a:solidFill>
                  <a:schemeClr val="tx1"/>
                </a:solidFill>
                <a:latin typeface="Space Grotesk" pitchFamily="34" charset="0"/>
                <a:ea typeface="Space Grotesk" pitchFamily="34" charset="-122"/>
                <a:cs typeface="Space Grotesk" pitchFamily="34" charset="-120"/>
              </a:rPr>
              <a:t>Can be phished</a:t>
            </a:r>
            <a:endParaRPr lang="en-US" sz="2400" dirty="0"/>
          </a:p>
          <a:p>
            <a:pPr algn="l" marL="304800" indent="-304800">
              <a:spcAft>
                <a:spcPts val="1000"/>
              </a:spcAft>
              <a:buSzPct val="100000"/>
              <a:buChar char="•"/>
            </a:pPr>
            <a:r>
              <a:rPr lang="en-US" sz="2400" dirty="0">
                <a:solidFill>
                  <a:schemeClr val="tx1"/>
                </a:solidFill>
                <a:latin typeface="Space Grotesk" pitchFamily="34" charset="0"/>
                <a:ea typeface="Space Grotesk" pitchFamily="34" charset="-122"/>
                <a:cs typeface="Space Grotesk" pitchFamily="34" charset="-120"/>
              </a:rPr>
              <a:t>Reused across sites</a:t>
            </a:r>
            <a:endParaRPr lang="en-US" sz="2400" dirty="0"/>
          </a:p>
        </p:txBody>
      </p:sp>
      <p:sp>
        <p:nvSpPr>
          <p:cNvPr id="6" name="Text 2"/>
          <p:cNvSpPr/>
          <p:nvPr>
            <p:ph idx="106" type="body" hasCustomPrompt="1"/>
          </p:nvPr>
        </p:nvSpPr>
        <p:spPr>
          <a:xfrm>
            <a:off x="6347308" y="2331720"/>
            <a:ext cx="5158588" cy="3429000"/>
          </a:xfrm>
          <a:prstGeom prst="rect">
            <a:avLst/>
          </a:prstGeom>
          <a:noFill/>
          <a:ln/>
        </p:spPr>
        <p:txBody>
          <a:bodyPr wrap="square" lIns="0" tIns="0" rIns="0" bIns="0" rtlCol="0" anchor="t"/>
          <a:lstStyle/>
          <a:p>
            <a:pPr algn="l" marL="304800" indent="-304800">
              <a:spcAft>
                <a:spcPts val="1000"/>
              </a:spcAft>
              <a:buSzPct val="100000"/>
              <a:buChar char="•"/>
            </a:pPr>
            <a:r>
              <a:rPr lang="en-US" sz="2400" dirty="0">
                <a:solidFill>
                  <a:schemeClr val="tx1"/>
                </a:solidFill>
                <a:latin typeface="Space Grotesk" pitchFamily="34" charset="0"/>
                <a:ea typeface="Space Grotesk" pitchFamily="34" charset="-122"/>
                <a:cs typeface="Space Grotesk" pitchFamily="34" charset="-120"/>
              </a:rPr>
              <a:t>The server keeps a public key</a:t>
            </a:r>
            <a:endParaRPr lang="en-US" sz="2400" dirty="0"/>
          </a:p>
          <a:p>
            <a:pPr algn="l" marL="304800" indent="-304800">
              <a:spcAft>
                <a:spcPts val="1000"/>
              </a:spcAft>
              <a:buSzPct val="100000"/>
              <a:buChar char="•"/>
            </a:pPr>
            <a:r>
              <a:rPr lang="en-US" sz="2400" dirty="0">
                <a:solidFill>
                  <a:schemeClr val="tx1"/>
                </a:solidFill>
                <a:latin typeface="Space Grotesk" pitchFamily="34" charset="0"/>
                <a:ea typeface="Space Grotesk" pitchFamily="34" charset="-122"/>
                <a:cs typeface="Space Grotesk" pitchFamily="34" charset="-120"/>
              </a:rPr>
              <a:t>Bound to the website</a:t>
            </a:r>
            <a:endParaRPr lang="en-US" sz="2400" dirty="0"/>
          </a:p>
          <a:p>
            <a:pPr algn="l" marL="304800" indent="-304800">
              <a:spcAft>
                <a:spcPts val="1000"/>
              </a:spcAft>
              <a:buSzPct val="100000"/>
              <a:buChar char="•"/>
            </a:pPr>
            <a:r>
              <a:rPr lang="en-US" sz="2400" dirty="0">
                <a:solidFill>
                  <a:schemeClr val="tx1"/>
                </a:solidFill>
                <a:latin typeface="Space Grotesk" pitchFamily="34" charset="0"/>
                <a:ea typeface="Space Grotesk" pitchFamily="34" charset="-122"/>
                <a:cs typeface="Space Grotesk" pitchFamily="34" charset="-120"/>
              </a:rPr>
              <a:t>One per site, by design</a:t>
            </a:r>
            <a:endParaRPr lang="en-US" sz="2400" dirty="0"/>
          </a:p>
        </p:txBody>
      </p:sp>
      <p:sp>
        <p:nvSpPr>
          <p:cNvPr id="25" name="Slide Number Placeholder 0"/>
          <p:cNvSpPr>
            <a:spLocks noGrp="1"/>
          </p:cNvSpPr>
          <p:nvPr>
            <p:ph type="sldNum" sz="quarter" idx="4294967295"/>
          </p:nvPr>
        </p:nvSpPr>
        <p:spPr>
          <a:xfrm>
            <a:off x="10591495" y="6126480"/>
            <a:ext cx="91440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E5B56"/>
                </a:solidFill>
                <a:latin typeface="IBM Plex Mono"/>
                <a:ea typeface="IBM Plex Mono"/>
                <a:cs typeface="IBM Plex Mono"/>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685800" y="548640"/>
            <a:ext cx="10789920" cy="822960"/>
          </a:xfrm>
          <a:prstGeom prst="rect">
            <a:avLst/>
          </a:prstGeom>
          <a:noFill/>
          <a:ln/>
        </p:spPr>
        <p:txBody>
          <a:bodyPr wrap="square" lIns="0" tIns="0" rIns="0" bIns="0" rtlCol="0" anchor="t"/>
          <a:lstStyle/>
          <a:p>
            <a:pPr algn="l" indent="0" marL="0">
              <a:buNone/>
            </a:pPr>
            <a:r>
              <a:rPr lang="en-US" sz="4000" b="1" dirty="0">
                <a:solidFill>
                  <a:schemeClr val="tx1"/>
                </a:solidFill>
                <a:latin typeface="Space Grotesk" pitchFamily="34" charset="0"/>
                <a:ea typeface="Space Grotesk" pitchFamily="34" charset="-122"/>
                <a:cs typeface="Space Grotesk" pitchFamily="34" charset="-120"/>
              </a:rPr>
              <a:t>Where the keys live</a:t>
            </a:r>
            <a:endParaRPr lang="en-US" sz="4000" dirty="0"/>
          </a:p>
        </p:txBody>
      </p:sp>
      <p:sp>
        <p:nvSpPr>
          <p:cNvPr id="3" name="Text 0"/>
          <p:cNvSpPr/>
          <p:nvPr>
            <p:ph idx="101" type="body" hasCustomPrompt="1"/>
          </p:nvPr>
        </p:nvSpPr>
        <p:spPr>
          <a:xfrm>
            <a:off x="685800" y="1691640"/>
            <a:ext cx="5158588" cy="4069080"/>
          </a:xfrm>
          <a:prstGeom prst="rect">
            <a:avLst/>
          </a:prstGeom>
          <a:noFill/>
          <a:ln/>
        </p:spPr>
        <p:txBody>
          <a:bodyPr wrap="square" lIns="0" tIns="0" rIns="0" bIns="0" rtlCol="0" anchor="t"/>
          <a:lstStyle/>
          <a:p>
            <a:pPr algn="l" marL="304800" indent="-304800">
              <a:spcAft>
                <a:spcPts val="1000"/>
              </a:spcAft>
              <a:buSzPct val="100000"/>
              <a:buChar char="•"/>
            </a:pPr>
            <a:r>
              <a:rPr lang="en-US" sz="2400" dirty="0">
                <a:solidFill>
                  <a:schemeClr val="tx1"/>
                </a:solidFill>
                <a:latin typeface="Space Grotesk" pitchFamily="34" charset="0"/>
                <a:ea typeface="Space Grotesk" pitchFamily="34" charset="-122"/>
                <a:cs typeface="Space Grotesk" pitchFamily="34" charset="-120"/>
              </a:rPr>
              <a:t>On the device, in its secure element</a:t>
            </a:r>
            <a:endParaRPr lang="en-US" sz="2400" dirty="0"/>
          </a:p>
          <a:p>
            <a:pPr algn="l" marL="304800" indent="-304800">
              <a:spcAft>
                <a:spcPts val="1000"/>
              </a:spcAft>
              <a:buSzPct val="100000"/>
              <a:buChar char="•"/>
            </a:pPr>
            <a:r>
              <a:rPr lang="en-US" sz="2400" dirty="0">
                <a:solidFill>
                  <a:schemeClr val="tx1"/>
                </a:solidFill>
                <a:latin typeface="Space Grotesk" pitchFamily="34" charset="0"/>
                <a:ea typeface="Space Grotesk" pitchFamily="34" charset="-122"/>
                <a:cs typeface="Space Grotesk" pitchFamily="34" charset="-120"/>
              </a:rPr>
              <a:t>In a password manager, synced</a:t>
            </a:r>
            <a:endParaRPr lang="en-US" sz="2400" dirty="0"/>
          </a:p>
          <a:p>
            <a:pPr algn="l" marL="304800" indent="-304800">
              <a:spcAft>
                <a:spcPts val="1000"/>
              </a:spcAft>
              <a:buSzPct val="100000"/>
              <a:buChar char="•"/>
            </a:pPr>
            <a:r>
              <a:rPr lang="en-US" sz="2400" dirty="0">
                <a:solidFill>
                  <a:schemeClr val="tx1"/>
                </a:solidFill>
                <a:latin typeface="Space Grotesk" pitchFamily="34" charset="0"/>
                <a:ea typeface="Space Grotesk" pitchFamily="34" charset="-122"/>
                <a:cs typeface="Space Grotesk" pitchFamily="34" charset="-120"/>
              </a:rPr>
              <a:t>On a security key</a:t>
            </a:r>
            <a:endParaRPr lang="en-US" sz="2400" dirty="0"/>
          </a:p>
        </p:txBody>
      </p:sp>
      <p:pic>
        <p:nvPicPr>
          <p:cNvPr id="4" name="Image 0" descr="A white server room with a raised floor">    </p:cNvPr>
          <p:cNvPicPr>
            <a:picLocks noChangeAspect="1"/>
          </p:cNvPicPr>
          <p:nvPr>
            <p:ph idx="102" hasCustomPrompt="1"/>
          </p:nvPr>
        </p:nvPicPr>
        <p:blipFill>
          <a:blip r:embed="rId1"/>
          <a:stretch>
            <a:fillRect/>
          </a:stretch>
        </p:blipFill>
        <p:spPr>
          <a:xfrm>
            <a:off x="6347308" y="1691640"/>
            <a:ext cx="5158588" cy="4069080"/>
          </a:xfrm>
          <a:prstGeom prst="rect">
            <a:avLst/>
          </a:prstGeom>
        </p:spPr>
      </p:pic>
      <p:sp>
        <p:nvSpPr>
          <p:cNvPr id="25" name="Slide Number Placeholder 0"/>
          <p:cNvSpPr>
            <a:spLocks noGrp="1"/>
          </p:cNvSpPr>
          <p:nvPr>
            <p:ph type="sldNum" sz="quarter" idx="4294967295"/>
          </p:nvPr>
        </p:nvSpPr>
        <p:spPr>
          <a:xfrm>
            <a:off x="10591495" y="6126480"/>
            <a:ext cx="91440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E5B56"/>
                </a:solidFill>
                <a:latin typeface="IBM Plex Mono"/>
                <a:ea typeface="IBM Plex Mono"/>
                <a:cs typeface="IBM Plex Mono"/>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685800" y="548640"/>
            <a:ext cx="10789920" cy="822960"/>
          </a:xfrm>
          <a:prstGeom prst="rect">
            <a:avLst/>
          </a:prstGeom>
          <a:noFill/>
          <a:ln/>
        </p:spPr>
        <p:txBody>
          <a:bodyPr wrap="square" lIns="0" tIns="0" rIns="0" bIns="0" rtlCol="0" anchor="t"/>
          <a:lstStyle/>
          <a:p>
            <a:pPr algn="l" indent="0" marL="0">
              <a:buNone/>
            </a:pPr>
            <a:r>
              <a:rPr lang="en-US" sz="4000" b="1" dirty="0">
                <a:solidFill>
                  <a:schemeClr val="tx1"/>
                </a:solidFill>
                <a:latin typeface="Space Grotesk" pitchFamily="34" charset="0"/>
                <a:ea typeface="Space Grotesk" pitchFamily="34" charset="-122"/>
                <a:cs typeface="Space Grotesk" pitchFamily="34" charset="-120"/>
              </a:rPr>
              <a:t>Watching what matters</a:t>
            </a:r>
            <a:endParaRPr lang="en-US" sz="4000" dirty="0"/>
          </a:p>
        </p:txBody>
      </p:sp>
      <p:sp>
        <p:nvSpPr>
          <p:cNvPr id="3" name="Text 0"/>
          <p:cNvSpPr/>
          <p:nvPr>
            <p:ph idx="102" type="body" hasCustomPrompt="1"/>
          </p:nvPr>
        </p:nvSpPr>
        <p:spPr>
          <a:xfrm>
            <a:off x="6347308" y="1691640"/>
            <a:ext cx="5158588" cy="4069080"/>
          </a:xfrm>
          <a:prstGeom prst="rect">
            <a:avLst/>
          </a:prstGeom>
          <a:noFill/>
          <a:ln/>
        </p:spPr>
        <p:txBody>
          <a:bodyPr wrap="square" lIns="0" tIns="0" rIns="0" bIns="0" rtlCol="0" anchor="t"/>
          <a:lstStyle/>
          <a:p>
            <a:pPr algn="l" marL="304800" indent="-304800">
              <a:spcAft>
                <a:spcPts val="1000"/>
              </a:spcAft>
              <a:buSzPct val="100000"/>
              <a:buChar char="•"/>
            </a:pPr>
            <a:r>
              <a:rPr lang="en-US" sz="2400" dirty="0">
                <a:solidFill>
                  <a:schemeClr val="tx1"/>
                </a:solidFill>
                <a:latin typeface="Space Grotesk" pitchFamily="34" charset="0"/>
                <a:ea typeface="Space Grotesk" pitchFamily="34" charset="-122"/>
                <a:cs typeface="Space Grotesk" pitchFamily="34" charset="-120"/>
              </a:rPr>
              <a:t>Failed attempts per account</a:t>
            </a:r>
            <a:endParaRPr lang="en-US" sz="2400" dirty="0"/>
          </a:p>
          <a:p>
            <a:pPr algn="l" marL="304800" indent="-304800">
              <a:spcAft>
                <a:spcPts val="1000"/>
              </a:spcAft>
              <a:buSzPct val="100000"/>
              <a:buChar char="•"/>
            </a:pPr>
            <a:r>
              <a:rPr lang="en-US" sz="2400" dirty="0">
                <a:solidFill>
                  <a:schemeClr val="tx1"/>
                </a:solidFill>
                <a:latin typeface="Space Grotesk" pitchFamily="34" charset="0"/>
                <a:ea typeface="Space Grotesk" pitchFamily="34" charset="-122"/>
                <a:cs typeface="Space Grotesk" pitchFamily="34" charset="-120"/>
              </a:rPr>
              <a:t>New devices</a:t>
            </a:r>
            <a:endParaRPr lang="en-US" sz="2400" dirty="0"/>
          </a:p>
          <a:p>
            <a:pPr algn="l" marL="304800" indent="-304800">
              <a:spcAft>
                <a:spcPts val="1000"/>
              </a:spcAft>
              <a:buSzPct val="100000"/>
              <a:buChar char="•"/>
            </a:pPr>
            <a:r>
              <a:rPr lang="en-US" sz="2400" dirty="0">
                <a:solidFill>
                  <a:schemeClr val="tx1"/>
                </a:solidFill>
                <a:latin typeface="Space Grotesk" pitchFamily="34" charset="0"/>
                <a:ea typeface="Space Grotesk" pitchFamily="34" charset="-122"/>
                <a:cs typeface="Space Grotesk" pitchFamily="34" charset="-120"/>
              </a:rPr>
              <a:t>Recovery requests</a:t>
            </a:r>
            <a:endParaRPr lang="en-US" sz="2400" dirty="0"/>
          </a:p>
        </p:txBody>
      </p:sp>
      <p:pic>
        <p:nvPicPr>
          <p:cNvPr id="4" name="Image 0" descr="A dark control room with a wall of screens">    </p:cNvPr>
          <p:cNvPicPr>
            <a:picLocks noChangeAspect="1"/>
          </p:cNvPicPr>
          <p:nvPr>
            <p:ph idx="101" hasCustomPrompt="1"/>
          </p:nvPr>
        </p:nvPicPr>
        <p:blipFill>
          <a:blip r:embed="rId1"/>
          <a:stretch>
            <a:fillRect/>
          </a:stretch>
        </p:blipFill>
        <p:spPr>
          <a:xfrm>
            <a:off x="685800" y="1691640"/>
            <a:ext cx="5158588" cy="4069080"/>
          </a:xfrm>
          <a:prstGeom prst="rect">
            <a:avLst/>
          </a:prstGeom>
        </p:spPr>
      </p:pic>
      <p:sp>
        <p:nvSpPr>
          <p:cNvPr id="25" name="Slide Number Placeholder 0"/>
          <p:cNvSpPr>
            <a:spLocks noGrp="1"/>
          </p:cNvSpPr>
          <p:nvPr>
            <p:ph type="sldNum" sz="quarter" idx="4294967295"/>
          </p:nvPr>
        </p:nvSpPr>
        <p:spPr>
          <a:xfrm>
            <a:off x="10591495" y="6126480"/>
            <a:ext cx="91440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E5B56"/>
                </a:solidFill>
                <a:latin typeface="IBM Plex Mono"/>
                <a:ea typeface="IBM Plex Mono"/>
                <a:cs typeface="IBM Plex Mono"/>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685800" y="548640"/>
            <a:ext cx="4952848" cy="822960"/>
          </a:xfrm>
          <a:prstGeom prst="rect">
            <a:avLst/>
          </a:prstGeom>
          <a:noFill/>
          <a:ln/>
        </p:spPr>
        <p:txBody>
          <a:bodyPr wrap="square" lIns="0" tIns="0" rIns="0" bIns="0" rtlCol="0" anchor="t"/>
          <a:lstStyle/>
          <a:p>
            <a:pPr algn="l" indent="0" marL="0">
              <a:buNone/>
            </a:pPr>
            <a:r>
              <a:rPr lang="en-US" sz="4000" b="1" dirty="0">
                <a:solidFill>
                  <a:schemeClr val="tx1"/>
                </a:solidFill>
                <a:latin typeface="Space Grotesk" pitchFamily="34" charset="0"/>
                <a:ea typeface="Space Grotesk" pitchFamily="34" charset="-122"/>
                <a:cs typeface="Space Grotesk" pitchFamily="34" charset="-120"/>
              </a:rPr>
              <a:t>A view from outside</a:t>
            </a:r>
            <a:endParaRPr lang="en-US" sz="4000" dirty="0"/>
          </a:p>
        </p:txBody>
      </p:sp>
      <p:sp>
        <p:nvSpPr>
          <p:cNvPr id="3" name="Text 0"/>
          <p:cNvSpPr/>
          <p:nvPr>
            <p:ph idx="101" type="body" hasCustomPrompt="1"/>
          </p:nvPr>
        </p:nvSpPr>
        <p:spPr>
          <a:xfrm>
            <a:off x="685800" y="1691640"/>
            <a:ext cx="4952848" cy="4069080"/>
          </a:xfrm>
          <a:prstGeom prst="rect">
            <a:avLst/>
          </a:prstGeom>
          <a:noFill/>
          <a:ln/>
        </p:spPr>
        <p:txBody>
          <a:bodyPr wrap="square" lIns="0" tIns="0" rIns="0" bIns="0" rtlCol="0" anchor="t"/>
          <a:lstStyle/>
          <a:p>
            <a:pPr algn="l" marL="304800" indent="-304800">
              <a:spcAft>
                <a:spcPts val="1000"/>
              </a:spcAft>
              <a:buSzPct val="100000"/>
              <a:buChar char="•"/>
            </a:pPr>
            <a:r>
              <a:rPr lang="en-US" sz="2400" dirty="0">
                <a:solidFill>
                  <a:schemeClr val="tx1"/>
                </a:solidFill>
                <a:latin typeface="Space Grotesk" pitchFamily="34" charset="0"/>
                <a:ea typeface="Space Grotesk" pitchFamily="34" charset="-122"/>
                <a:cs typeface="Space Grotesk" pitchFamily="34" charset="-120"/>
              </a:rPr>
              <a:t>An audit looks at what you no longer see</a:t>
            </a:r>
            <a:endParaRPr lang="en-US" sz="2400" dirty="0"/>
          </a:p>
          <a:p>
            <a:pPr algn="l" marL="304800" indent="-304800">
              <a:spcAft>
                <a:spcPts val="1000"/>
              </a:spcAft>
              <a:buSzPct val="100000"/>
              <a:buChar char="•"/>
            </a:pPr>
            <a:r>
              <a:rPr lang="en-US" sz="2400" dirty="0">
                <a:solidFill>
                  <a:schemeClr val="tx1"/>
                </a:solidFill>
                <a:latin typeface="Space Grotesk" pitchFamily="34" charset="0"/>
                <a:ea typeface="Space Grotesk" pitchFamily="34" charset="-122"/>
                <a:cs typeface="Space Grotesk" pitchFamily="34" charset="-120"/>
              </a:rPr>
              <a:t>Fresh eyes, written findings</a:t>
            </a:r>
            <a:endParaRPr lang="en-US" sz="2400" dirty="0"/>
          </a:p>
          <a:p>
            <a:pPr algn="l" marL="304800" indent="-304800">
              <a:spcAft>
                <a:spcPts val="1000"/>
              </a:spcAft>
              <a:buSzPct val="100000"/>
              <a:buChar char="•"/>
            </a:pPr>
            <a:r>
              <a:rPr lang="en-US" sz="2400" dirty="0">
                <a:solidFill>
                  <a:schemeClr val="tx1"/>
                </a:solidFill>
                <a:latin typeface="Space Grotesk" pitchFamily="34" charset="0"/>
                <a:ea typeface="Space Grotesk" pitchFamily="34" charset="-122"/>
                <a:cs typeface="Space Grotesk" pitchFamily="34" charset="-120"/>
              </a:rPr>
              <a:t>Fixes before publication</a:t>
            </a:r>
            <a:endParaRPr lang="en-US" sz="2400" dirty="0"/>
          </a:p>
        </p:txBody>
      </p:sp>
      <p:pic>
        <p:nvPicPr>
          <p:cNvPr id="4" name="Image 0" descr="A large window over a city in the haze">    </p:cNvPr>
          <p:cNvPicPr>
            <a:picLocks noChangeAspect="1"/>
          </p:cNvPicPr>
          <p:nvPr>
            <p:ph idx="102" hasCustomPrompt="1"/>
          </p:nvPr>
        </p:nvPicPr>
        <p:blipFill>
          <a:blip r:embed="rId1"/>
          <a:stretch>
            <a:fillRect/>
          </a:stretch>
        </p:blipFill>
        <p:spPr>
          <a:xfrm>
            <a:off x="6095848" y="0"/>
            <a:ext cx="6095848" cy="6858000"/>
          </a:xfrm>
          <a:prstGeom prst="rect">
            <a:avLst/>
          </a:prstGeom>
        </p:spPr>
      </p:pic>
      <p:sp>
        <p:nvSpPr>
          <p:cNvPr id="25" name="Slide Number Placeholder 0"/>
          <p:cNvSpPr>
            <a:spLocks noGrp="1"/>
          </p:cNvSpPr>
          <p:nvPr>
            <p:ph type="sldNum" sz="quarter" idx="4294967295"/>
          </p:nvPr>
        </p:nvSpPr>
        <p:spPr>
          <a:xfrm>
            <a:off x="4724248" y="6126480"/>
            <a:ext cx="91440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E5B56"/>
                </a:solidFill>
                <a:latin typeface="IBM Plex Mono"/>
                <a:ea typeface="IBM Plex Mono"/>
                <a:cs typeface="IBM Plex Mono"/>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685800" y="548640"/>
            <a:ext cx="10789920" cy="822960"/>
          </a:xfrm>
          <a:prstGeom prst="rect">
            <a:avLst/>
          </a:prstGeom>
          <a:noFill/>
          <a:ln/>
        </p:spPr>
        <p:txBody>
          <a:bodyPr wrap="square" lIns="0" tIns="0" rIns="0" bIns="0" rtlCol="0" anchor="t"/>
          <a:lstStyle/>
          <a:p>
            <a:pPr algn="l" indent="0" marL="0">
              <a:buNone/>
            </a:pPr>
            <a:r>
              <a:rPr lang="en-US" sz="4000" b="1" dirty="0">
                <a:solidFill>
                  <a:schemeClr val="tx1"/>
                </a:solidFill>
                <a:latin typeface="Space Grotesk" pitchFamily="34" charset="0"/>
                <a:ea typeface="Space Grotesk" pitchFamily="34" charset="-122"/>
                <a:cs typeface="Space Grotesk" pitchFamily="34" charset="-120"/>
              </a:rPr>
              <a:t>Generate a TOTP</a:t>
            </a:r>
            <a:endParaRPr lang="en-US" sz="4000" dirty="0"/>
          </a:p>
        </p:txBody>
      </p:sp>
      <p:sp>
        <p:nvSpPr>
          <p:cNvPr id="3" name="Text 1"/>
          <p:cNvSpPr/>
          <p:nvPr>
            <p:ph idx="102" type="body" hasCustomPrompt="1"/>
          </p:nvPr>
        </p:nvSpPr>
        <p:spPr>
          <a:xfrm>
            <a:off x="1005840" y="1965960"/>
            <a:ext cx="10180015" cy="3520440"/>
          </a:xfrm>
          <a:prstGeom prst="rect">
            <a:avLst/>
          </a:prstGeom>
          <a:noFill/>
          <a:ln/>
        </p:spPr>
        <p:txBody>
          <a:bodyPr wrap="square" lIns="0" tIns="0" rIns="0" bIns="0" rtlCol="0" anchor="t"/>
          <a:lstStyle/>
          <a:p>
            <a:pPr algn="l" indent="0" marL="0">
              <a:buNone/>
            </a:pPr>
            <a:r>
              <a:rPr lang="en-US" sz="2400" dirty="0">
                <a:solidFill>
                  <a:srgbClr val="5E5B56"/>
                </a:solidFill>
                <a:latin typeface="IBM Plex Mono" pitchFamily="34" charset="0"/>
                <a:ea typeface="IBM Plex Mono" pitchFamily="34" charset="-122"/>
                <a:cs typeface="IBM Plex Mono" pitchFamily="34" charset="-120"/>
              </a:rPr>
              <a:t>use OTPHP\TOTP;</a:t>
            </a:r>
            <a:endParaRPr lang="en-US" sz="2400" dirty="0"/>
          </a:p>
          <a:p>
            <a:pPr algn="l" indent="0" marL="0">
              <a:buNone/>
            </a:pPr>
            <a:r>
              <a:rPr lang="en-US" sz="2400" dirty="0">
                <a:solidFill>
                  <a:schemeClr val="tx1"/>
                </a:solidFill>
                <a:latin typeface="IBM Plex Mono" pitchFamily="34" charset="0"/>
                <a:ea typeface="IBM Plex Mono" pitchFamily="34" charset="-122"/>
                <a:cs typeface="IBM Plex Mono" pitchFamily="34" charset="-120"/>
              </a:rPr>
              <a:t> </a:t>
            </a:r>
            <a:endParaRPr lang="en-US" sz="2400" dirty="0"/>
          </a:p>
          <a:p>
            <a:pPr algn="l" indent="0" marL="0">
              <a:buNone/>
            </a:pPr>
            <a:r>
              <a:rPr lang="en-US" sz="2400" dirty="0">
                <a:solidFill>
                  <a:schemeClr val="tx1"/>
                </a:solidFill>
                <a:latin typeface="IBM Plex Mono" pitchFamily="34" charset="0"/>
                <a:ea typeface="IBM Plex Mono" pitchFamily="34" charset="-122"/>
                <a:cs typeface="IBM Plex Mono" pitchFamily="34" charset="-120"/>
              </a:rPr>
              <a:t>$otp = TOTP::generate();</a:t>
            </a:r>
            <a:endParaRPr lang="en-US" sz="2400" dirty="0"/>
          </a:p>
          <a:p>
            <a:pPr algn="l" indent="0" marL="0">
              <a:buNone/>
            </a:pPr>
            <a:r>
              <a:rPr lang="en-US" sz="2400" dirty="0">
                <a:solidFill>
                  <a:schemeClr val="tx1"/>
                </a:solidFill>
                <a:latin typeface="IBM Plex Mono" pitchFamily="34" charset="0"/>
                <a:ea typeface="IBM Plex Mono" pitchFamily="34" charset="-122"/>
                <a:cs typeface="IBM Plex Mono" pitchFamily="34" charset="-120"/>
              </a:rPr>
              <a:t>echo $otp-&gt;now();</a:t>
            </a:r>
            <a:pPr algn="l" indent="0" marL="0">
              <a:buNone/>
            </a:pPr>
            <a:r>
              <a:rPr lang="en-US" sz="2400" dirty="0">
                <a:solidFill>
                  <a:srgbClr val="5E5B56"/>
                </a:solidFill>
                <a:latin typeface="IBM Plex Mono" pitchFamily="34" charset="0"/>
                <a:ea typeface="IBM Plex Mono" pitchFamily="34" charset="-122"/>
                <a:cs typeface="IBM Plex Mono" pitchFamily="34" charset="-120"/>
              </a:rPr>
              <a:t> // 6 digits</a:t>
            </a:r>
            <a:endParaRPr lang="en-US" sz="2400" dirty="0"/>
          </a:p>
        </p:txBody>
      </p:sp>
      <p:sp>
        <p:nvSpPr>
          <p:cNvPr id="25" name="Slide Number Placeholder 0"/>
          <p:cNvSpPr>
            <a:spLocks noGrp="1"/>
          </p:cNvSpPr>
          <p:nvPr>
            <p:ph type="sldNum" sz="quarter" idx="4294967295"/>
          </p:nvPr>
        </p:nvSpPr>
        <p:spPr>
          <a:xfrm>
            <a:off x="10591495" y="6126480"/>
            <a:ext cx="91440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E5B56"/>
                </a:solidFill>
                <a:latin typeface="IBM Plex Mono"/>
                <a:ea typeface="IBM Plex Mono"/>
                <a:cs typeface="IBM Plex Mono"/>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685800" y="548640"/>
            <a:ext cx="10789920" cy="822960"/>
          </a:xfrm>
          <a:prstGeom prst="rect">
            <a:avLst/>
          </a:prstGeom>
          <a:noFill/>
          <a:ln/>
        </p:spPr>
        <p:txBody>
          <a:bodyPr wrap="square" lIns="0" tIns="0" rIns="0" bIns="0" rtlCol="0" anchor="t"/>
          <a:lstStyle/>
          <a:p>
            <a:pPr algn="l" indent="0" marL="0">
              <a:buNone/>
            </a:pPr>
            <a:r>
              <a:rPr lang="en-US" sz="4000" b="1" dirty="0">
                <a:solidFill>
                  <a:schemeClr val="tx1"/>
                </a:solidFill>
                <a:latin typeface="Space Grotesk" pitchFamily="34" charset="0"/>
                <a:ea typeface="Space Grotesk" pitchFamily="34" charset="-122"/>
                <a:cs typeface="Space Grotesk" pitchFamily="34" charset="-120"/>
              </a:rPr>
              <a:t>Three building blocks</a:t>
            </a:r>
            <a:endParaRPr lang="en-US" sz="4000" dirty="0"/>
          </a:p>
        </p:txBody>
      </p:sp>
      <p:sp>
        <p:nvSpPr>
          <p:cNvPr id="3" name="Card 1"/>
          <p:cNvSpPr/>
          <p:nvPr/>
        </p:nvSpPr>
        <p:spPr>
          <a:xfrm>
            <a:off x="685800" y="1828800"/>
            <a:ext cx="3362858" cy="2926080"/>
          </a:xfrm>
          <a:prstGeom prst="rect">
            <a:avLst/>
          </a:prstGeom>
          <a:solidFill>
            <a:srgbClr val="FBF9F4"/>
          </a:solidFill>
          <a:ln w="12700">
            <a:solidFill>
              <a:srgbClr val="DCD5C6"/>
            </a:solidFill>
            <a:prstDash val="solid"/>
          </a:ln>
        </p:spPr>
      </p:sp>
      <p:sp>
        <p:nvSpPr>
          <p:cNvPr id="4" name="Card 1 slab"/>
          <p:cNvSpPr/>
          <p:nvPr/>
        </p:nvSpPr>
        <p:spPr>
          <a:xfrm>
            <a:off x="1051560" y="2240280"/>
            <a:ext cx="411480" cy="100584"/>
          </a:xfrm>
          <a:prstGeom prst="rect">
            <a:avLst/>
          </a:prstGeom>
          <a:solidFill>
            <a:srgbClr val="ED6A20"/>
          </a:solidFill>
          <a:ln w="12700">
            <a:solidFill>
              <a:srgbClr val="ED6A20"/>
            </a:solidFill>
            <a:prstDash val="solid"/>
          </a:ln>
        </p:spPr>
      </p:sp>
      <p:sp>
        <p:nvSpPr>
          <p:cNvPr id="5" name="Card 1 title"/>
          <p:cNvSpPr txBox="1"/>
          <p:nvPr/>
        </p:nvSpPr>
        <p:spPr>
          <a:xfrm>
            <a:off x="1051560" y="2560320"/>
            <a:ext cx="2631338" cy="1097280"/>
          </a:xfrm>
          <a:prstGeom prst="rect">
            <a:avLst/>
          </a:prstGeom>
          <a:noFill/>
          <a:ln/>
        </p:spPr>
        <p:txBody>
          <a:bodyPr wrap="square" lIns="0" tIns="0" rIns="0" bIns="0" rtlCol="0" anchor="t"/>
          <a:lstStyle/>
          <a:p>
            <a:pPr algn="l" indent="0" marL="0">
              <a:buNone/>
            </a:pPr>
            <a:r>
              <a:rPr lang="en-US" sz="3000" b="1" dirty="0">
                <a:solidFill>
                  <a:schemeClr val="tx1"/>
                </a:solidFill>
              </a:rPr>
              <a:t>WebAuthn Framework</a:t>
            </a:r>
            <a:endParaRPr lang="en-US" sz="3000" dirty="0"/>
          </a:p>
        </p:txBody>
      </p:sp>
      <p:sp>
        <p:nvSpPr>
          <p:cNvPr id="6" name="Card 1 package"/>
          <p:cNvSpPr txBox="1"/>
          <p:nvPr/>
        </p:nvSpPr>
        <p:spPr>
          <a:xfrm>
            <a:off x="1051560" y="3977640"/>
            <a:ext cx="2631338" cy="457200"/>
          </a:xfrm>
          <a:prstGeom prst="rect">
            <a:avLst/>
          </a:prstGeom>
          <a:noFill/>
          <a:ln/>
        </p:spPr>
        <p:txBody>
          <a:bodyPr wrap="square" lIns="0" tIns="0" rIns="0" bIns="0" rtlCol="0" anchor="t"/>
          <a:lstStyle/>
          <a:p>
            <a:pPr indent="0" marL="0">
              <a:buNone/>
            </a:pPr>
            <a:r>
              <a:rPr lang="en-US" sz="1400" dirty="0">
                <a:solidFill>
                  <a:schemeClr val="tx2"/>
                </a:solidFill>
                <a:latin typeface="IBM Plex Mono" pitchFamily="34" charset="0"/>
                <a:ea typeface="IBM Plex Mono" pitchFamily="34" charset="-122"/>
                <a:cs typeface="IBM Plex Mono" pitchFamily="34" charset="-120"/>
              </a:rPr>
              <a:t>web-auth/webauthn-lib</a:t>
            </a:r>
            <a:endParaRPr lang="en-US" sz="1400" dirty="0"/>
          </a:p>
        </p:txBody>
      </p:sp>
      <p:sp>
        <p:nvSpPr>
          <p:cNvPr id="7" name="Card 2"/>
          <p:cNvSpPr/>
          <p:nvPr/>
        </p:nvSpPr>
        <p:spPr>
          <a:xfrm>
            <a:off x="4414418" y="1828800"/>
            <a:ext cx="3362858" cy="2926080"/>
          </a:xfrm>
          <a:prstGeom prst="rect">
            <a:avLst/>
          </a:prstGeom>
          <a:solidFill>
            <a:srgbClr val="FBF9F4"/>
          </a:solidFill>
          <a:ln w="12700">
            <a:solidFill>
              <a:srgbClr val="DCD5C6"/>
            </a:solidFill>
            <a:prstDash val="solid"/>
          </a:ln>
        </p:spPr>
      </p:sp>
      <p:sp>
        <p:nvSpPr>
          <p:cNvPr id="8" name="Card 2 slab"/>
          <p:cNvSpPr/>
          <p:nvPr/>
        </p:nvSpPr>
        <p:spPr>
          <a:xfrm>
            <a:off x="4780178" y="2240280"/>
            <a:ext cx="411480" cy="100584"/>
          </a:xfrm>
          <a:prstGeom prst="rect">
            <a:avLst/>
          </a:prstGeom>
          <a:solidFill>
            <a:srgbClr val="ED6A20"/>
          </a:solidFill>
          <a:ln w="12700">
            <a:solidFill>
              <a:srgbClr val="ED6A20"/>
            </a:solidFill>
            <a:prstDash val="solid"/>
          </a:ln>
        </p:spPr>
      </p:sp>
      <p:sp>
        <p:nvSpPr>
          <p:cNvPr id="9" name="Card 2 title"/>
          <p:cNvSpPr txBox="1"/>
          <p:nvPr/>
        </p:nvSpPr>
        <p:spPr>
          <a:xfrm>
            <a:off x="4780178" y="2560320"/>
            <a:ext cx="2631338" cy="1097280"/>
          </a:xfrm>
          <a:prstGeom prst="rect">
            <a:avLst/>
          </a:prstGeom>
          <a:noFill/>
          <a:ln/>
        </p:spPr>
        <p:txBody>
          <a:bodyPr wrap="square" lIns="0" tIns="0" rIns="0" bIns="0" rtlCol="0" anchor="t"/>
          <a:lstStyle/>
          <a:p>
            <a:pPr algn="l" indent="0" marL="0">
              <a:buNone/>
            </a:pPr>
            <a:r>
              <a:rPr lang="en-US" sz="3000" b="1" dirty="0">
                <a:solidFill>
                  <a:schemeClr val="tx1"/>
                </a:solidFill>
              </a:rPr>
              <a:t>JWT Framework</a:t>
            </a:r>
            <a:endParaRPr lang="en-US" sz="3000" dirty="0"/>
          </a:p>
        </p:txBody>
      </p:sp>
      <p:sp>
        <p:nvSpPr>
          <p:cNvPr id="10" name="Card 2 package"/>
          <p:cNvSpPr txBox="1"/>
          <p:nvPr/>
        </p:nvSpPr>
        <p:spPr>
          <a:xfrm>
            <a:off x="4780178" y="3977640"/>
            <a:ext cx="2631338" cy="457200"/>
          </a:xfrm>
          <a:prstGeom prst="rect">
            <a:avLst/>
          </a:prstGeom>
          <a:noFill/>
          <a:ln/>
        </p:spPr>
        <p:txBody>
          <a:bodyPr wrap="square" lIns="0" tIns="0" rIns="0" bIns="0" rtlCol="0" anchor="t"/>
          <a:lstStyle/>
          <a:p>
            <a:pPr indent="0" marL="0">
              <a:buNone/>
            </a:pPr>
            <a:r>
              <a:rPr lang="en-US" sz="1400" dirty="0">
                <a:solidFill>
                  <a:schemeClr val="tx2"/>
                </a:solidFill>
                <a:latin typeface="IBM Plex Mono" pitchFamily="34" charset="0"/>
                <a:ea typeface="IBM Plex Mono" pitchFamily="34" charset="-122"/>
                <a:cs typeface="IBM Plex Mono" pitchFamily="34" charset="-120"/>
              </a:rPr>
              <a:t>web-token/jwt-framework</a:t>
            </a:r>
            <a:endParaRPr lang="en-US" sz="1400" dirty="0"/>
          </a:p>
        </p:txBody>
      </p:sp>
      <p:sp>
        <p:nvSpPr>
          <p:cNvPr id="11" name="Card 3"/>
          <p:cNvSpPr/>
          <p:nvPr/>
        </p:nvSpPr>
        <p:spPr>
          <a:xfrm>
            <a:off x="8143037" y="1828800"/>
            <a:ext cx="3362858" cy="2926080"/>
          </a:xfrm>
          <a:prstGeom prst="rect">
            <a:avLst/>
          </a:prstGeom>
          <a:solidFill>
            <a:srgbClr val="FBF9F4"/>
          </a:solidFill>
          <a:ln w="12700">
            <a:solidFill>
              <a:srgbClr val="DCD5C6"/>
            </a:solidFill>
            <a:prstDash val="solid"/>
          </a:ln>
        </p:spPr>
      </p:sp>
      <p:sp>
        <p:nvSpPr>
          <p:cNvPr id="12" name="Card 3 slab"/>
          <p:cNvSpPr/>
          <p:nvPr/>
        </p:nvSpPr>
        <p:spPr>
          <a:xfrm>
            <a:off x="8508797" y="2240280"/>
            <a:ext cx="411480" cy="100584"/>
          </a:xfrm>
          <a:prstGeom prst="rect">
            <a:avLst/>
          </a:prstGeom>
          <a:solidFill>
            <a:srgbClr val="ED6A20"/>
          </a:solidFill>
          <a:ln w="12700">
            <a:solidFill>
              <a:srgbClr val="ED6A20"/>
            </a:solidFill>
            <a:prstDash val="solid"/>
          </a:ln>
        </p:spPr>
      </p:sp>
      <p:sp>
        <p:nvSpPr>
          <p:cNvPr id="13" name="Card 3 title"/>
          <p:cNvSpPr txBox="1"/>
          <p:nvPr/>
        </p:nvSpPr>
        <p:spPr>
          <a:xfrm>
            <a:off x="8508797" y="2560320"/>
            <a:ext cx="2631338" cy="1097280"/>
          </a:xfrm>
          <a:prstGeom prst="rect">
            <a:avLst/>
          </a:prstGeom>
          <a:noFill/>
          <a:ln/>
        </p:spPr>
        <p:txBody>
          <a:bodyPr wrap="square" lIns="0" tIns="0" rIns="0" bIns="0" rtlCol="0" anchor="t"/>
          <a:lstStyle/>
          <a:p>
            <a:pPr algn="l" indent="0" marL="0">
              <a:buNone/>
            </a:pPr>
            <a:r>
              <a:rPr lang="en-US" sz="3000" b="1" dirty="0">
                <a:solidFill>
                  <a:schemeClr val="tx1"/>
                </a:solidFill>
              </a:rPr>
              <a:t>OTPHP</a:t>
            </a:r>
            <a:endParaRPr lang="en-US" sz="3000" dirty="0"/>
          </a:p>
        </p:txBody>
      </p:sp>
      <p:sp>
        <p:nvSpPr>
          <p:cNvPr id="14" name="Card 3 package"/>
          <p:cNvSpPr txBox="1"/>
          <p:nvPr/>
        </p:nvSpPr>
        <p:spPr>
          <a:xfrm>
            <a:off x="8508797" y="3977640"/>
            <a:ext cx="2631338" cy="457200"/>
          </a:xfrm>
          <a:prstGeom prst="rect">
            <a:avLst/>
          </a:prstGeom>
          <a:noFill/>
          <a:ln/>
        </p:spPr>
        <p:txBody>
          <a:bodyPr wrap="square" lIns="0" tIns="0" rIns="0" bIns="0" rtlCol="0" anchor="t"/>
          <a:lstStyle/>
          <a:p>
            <a:pPr indent="0" marL="0">
              <a:buNone/>
            </a:pPr>
            <a:r>
              <a:rPr lang="en-US" sz="1400" dirty="0">
                <a:solidFill>
                  <a:schemeClr val="tx2"/>
                </a:solidFill>
                <a:latin typeface="IBM Plex Mono" pitchFamily="34" charset="0"/>
                <a:ea typeface="IBM Plex Mono" pitchFamily="34" charset="-122"/>
                <a:cs typeface="IBM Plex Mono" pitchFamily="34" charset="-120"/>
              </a:rPr>
              <a:t>spomky-labs/otphp</a:t>
            </a:r>
            <a:endParaRPr lang="en-US" sz="1400" dirty="0"/>
          </a:p>
        </p:txBody>
      </p:sp>
      <p:sp>
        <p:nvSpPr>
          <p:cNvPr id="25" name="Slide Number Placeholder 0"/>
          <p:cNvSpPr>
            <a:spLocks noGrp="1"/>
          </p:cNvSpPr>
          <p:nvPr>
            <p:ph type="sldNum" sz="quarter" idx="4294967295"/>
          </p:nvPr>
        </p:nvSpPr>
        <p:spPr>
          <a:xfrm>
            <a:off x="10591495" y="6126480"/>
            <a:ext cx="91440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E5B56"/>
                </a:solidFill>
                <a:latin typeface="IBM Plex Mono"/>
                <a:ea typeface="IBM Plex Mono"/>
                <a:cs typeface="IBM Plex Mono"/>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Note"/>
          <p:cNvSpPr txBox="1"/>
          <p:nvPr/>
        </p:nvSpPr>
        <p:spPr>
          <a:xfrm>
            <a:off x="685800" y="3108960"/>
            <a:ext cx="10820095" cy="548640"/>
          </a:xfrm>
          <a:prstGeom prst="rect">
            <a:avLst/>
          </a:prstGeom>
          <a:noFill/>
          <a:ln/>
        </p:spPr>
        <p:txBody>
          <a:bodyPr wrap="square" lIns="0" tIns="0" rIns="0" bIns="0" rtlCol="0" anchor="ctr"/>
          <a:lstStyle/>
          <a:p>
            <a:pPr indent="0" marL="0">
              <a:buNone/>
            </a:pPr>
            <a:r>
              <a:rPr lang="en-US" sz="1600" dirty="0">
                <a:solidFill>
                  <a:schemeClr val="tx2"/>
                </a:solidFill>
                <a:latin typeface="IBM Plex Mono" pitchFamily="34" charset="0"/>
                <a:ea typeface="IBM Plex Mono" pitchFamily="34" charset="-122"/>
                <a:cs typeface="IBM Plex Mono" pitchFamily="34" charset="-120"/>
              </a:rPr>
              <a:t>Slabs Blank: the footer only, for a free composition.</a:t>
            </a:r>
            <a:endParaRPr lang="en-US" sz="1600" dirty="0"/>
          </a:p>
        </p:txBody>
      </p:sp>
      <p:sp>
        <p:nvSpPr>
          <p:cNvPr id="25" name="Slide Number Placeholder 0"/>
          <p:cNvSpPr>
            <a:spLocks noGrp="1"/>
          </p:cNvSpPr>
          <p:nvPr>
            <p:ph type="sldNum" sz="quarter" idx="4294967295"/>
          </p:nvPr>
        </p:nvSpPr>
        <p:spPr>
          <a:xfrm>
            <a:off x="10591495" y="6126480"/>
            <a:ext cx="91440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E5B56"/>
                </a:solidFill>
                <a:latin typeface="IBM Plex Mono"/>
                <a:ea typeface="IBM Plex Mono"/>
                <a:cs typeface="IBM Plex Mono"/>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685800" y="2103120"/>
            <a:ext cx="4952848" cy="1737360"/>
          </a:xfrm>
          <a:prstGeom prst="rect">
            <a:avLst/>
          </a:prstGeom>
          <a:noFill/>
          <a:ln/>
        </p:spPr>
        <p:txBody>
          <a:bodyPr wrap="square" lIns="0" tIns="0" rIns="0" bIns="0" rtlCol="0" anchor="b"/>
          <a:lstStyle/>
          <a:p>
            <a:pPr algn="l" indent="0" marL="0">
              <a:buNone/>
            </a:pPr>
            <a:r>
              <a:rPr lang="en-US" sz="12000" dirty="0">
                <a:solidFill>
                  <a:schemeClr val="tx1"/>
                </a:solidFill>
                <a:latin typeface="Space Grotesk Light" pitchFamily="34" charset="0"/>
                <a:ea typeface="Space Grotesk Light" pitchFamily="34" charset="-122"/>
                <a:cs typeface="Space Grotesk Light" pitchFamily="34" charset="-120"/>
              </a:rPr>
              <a:t>02</a:t>
            </a:r>
            <a:endParaRPr lang="en-US" sz="12000" dirty="0"/>
          </a:p>
        </p:txBody>
      </p:sp>
      <p:sp>
        <p:nvSpPr>
          <p:cNvPr id="3" name="Text 1"/>
          <p:cNvSpPr/>
          <p:nvPr>
            <p:ph idx="102" type="title" hasCustomPrompt="1"/>
          </p:nvPr>
        </p:nvSpPr>
        <p:spPr>
          <a:xfrm>
            <a:off x="685800" y="4343400"/>
            <a:ext cx="4952848" cy="1371600"/>
          </a:xfrm>
          <a:prstGeom prst="rect">
            <a:avLst/>
          </a:prstGeom>
          <a:noFill/>
          <a:ln/>
        </p:spPr>
        <p:txBody>
          <a:bodyPr wrap="square" lIns="0" tIns="0" rIns="0" bIns="0" rtlCol="0" anchor="t"/>
          <a:lstStyle/>
          <a:p>
            <a:pPr algn="l" indent="0" marL="0">
              <a:buNone/>
            </a:pPr>
            <a:r>
              <a:rPr lang="en-US" sz="4400" b="1" dirty="0">
                <a:solidFill>
                  <a:schemeClr val="tx1"/>
                </a:solidFill>
                <a:latin typeface="Space Grotesk" pitchFamily="34" charset="0"/>
                <a:ea typeface="Space Grotesk" pitchFamily="34" charset="-122"/>
                <a:cs typeface="Space Grotesk" pitchFamily="34" charset="-120"/>
              </a:rPr>
              <a:t>Where security lives</a:t>
            </a:r>
            <a:endParaRPr lang="en-US" sz="4400" dirty="0"/>
          </a:p>
        </p:txBody>
      </p:sp>
      <p:pic>
        <p:nvPicPr>
          <p:cNvPr id="4" name="Image 0" descr="A suspension bridge fading into the fog">    </p:cNvPr>
          <p:cNvPicPr>
            <a:picLocks noChangeAspect="1"/>
          </p:cNvPicPr>
          <p:nvPr>
            <p:ph idx="103" hasCustomPrompt="1"/>
          </p:nvPr>
        </p:nvPicPr>
        <p:blipFill>
          <a:blip r:embed="rId1"/>
          <a:stretch>
            <a:fillRect/>
          </a:stretch>
        </p:blipFill>
        <p:spPr>
          <a:xfrm>
            <a:off x="6095848" y="0"/>
            <a:ext cx="6095848" cy="6858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A sea of clouds at sunrise">    </p:cNvPr>
          <p:cNvPicPr>
            <a:picLocks noChangeAspect="1"/>
          </p:cNvPicPr>
          <p:nvPr>
            <p:ph idx="100" hasCustomPrompt="1"/>
          </p:nvPr>
        </p:nvPicPr>
        <p:blipFill>
          <a:blip r:embed="rId1"/>
          <a:stretch>
            <a:fillRect/>
          </a:stretch>
        </p:blipFill>
        <p:spPr>
          <a:xfrm>
            <a:off x="0" y="0"/>
            <a:ext cx="12191695" cy="6858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685800" y="548640"/>
            <a:ext cx="10789920" cy="822960"/>
          </a:xfrm>
          <a:prstGeom prst="rect">
            <a:avLst/>
          </a:prstGeom>
          <a:noFill/>
          <a:ln/>
        </p:spPr>
        <p:txBody>
          <a:bodyPr wrap="square" lIns="0" tIns="0" rIns="0" bIns="0" rtlCol="0" anchor="t"/>
          <a:lstStyle/>
          <a:p>
            <a:pPr algn="l" indent="0" marL="0">
              <a:buNone/>
            </a:pPr>
            <a:r>
              <a:rPr lang="en-US" sz="4000" b="1" dirty="0">
                <a:solidFill>
                  <a:schemeClr val="tx1"/>
                </a:solidFill>
                <a:latin typeface="Space Grotesk" pitchFamily="34" charset="0"/>
                <a:ea typeface="Space Grotesk" pitchFamily="34" charset="-122"/>
                <a:cs typeface="Space Grotesk" pitchFamily="34" charset="-120"/>
              </a:rPr>
              <a:t>Two rooms, one job</a:t>
            </a:r>
            <a:endParaRPr lang="en-US" sz="4000" dirty="0"/>
          </a:p>
        </p:txBody>
      </p:sp>
      <p:pic>
        <p:nvPicPr>
          <p:cNvPr id="3" name="Image 0" descr="A corridor between glass server cabinets">    </p:cNvPr>
          <p:cNvPicPr>
            <a:picLocks noChangeAspect="1"/>
          </p:cNvPicPr>
          <p:nvPr>
            <p:ph idx="101" hasCustomPrompt="1"/>
          </p:nvPr>
        </p:nvPicPr>
        <p:blipFill>
          <a:blip r:embed="rId1"/>
          <a:stretch>
            <a:fillRect/>
          </a:stretch>
        </p:blipFill>
        <p:spPr>
          <a:xfrm>
            <a:off x="685800" y="1691640"/>
            <a:ext cx="5158588" cy="4069080"/>
          </a:xfrm>
          <a:prstGeom prst="rect">
            <a:avLst/>
          </a:prstGeom>
        </p:spPr>
      </p:pic>
      <p:pic>
        <p:nvPicPr>
          <p:cNvPr id="4" name="Image 1" descr="Server cabinets and cables in the dark">    </p:cNvPr>
          <p:cNvPicPr>
            <a:picLocks noChangeAspect="1"/>
          </p:cNvPicPr>
          <p:nvPr>
            <p:ph idx="102" hasCustomPrompt="1"/>
          </p:nvPr>
        </p:nvPicPr>
        <p:blipFill>
          <a:blip r:embed="rId2"/>
          <a:stretch>
            <a:fillRect/>
          </a:stretch>
        </p:blipFill>
        <p:spPr>
          <a:xfrm>
            <a:off x="6347308" y="1691640"/>
            <a:ext cx="5158588" cy="4069080"/>
          </a:xfrm>
          <a:prstGeom prst="rect">
            <a:avLst/>
          </a:prstGeom>
        </p:spPr>
      </p:pic>
      <p:sp>
        <p:nvSpPr>
          <p:cNvPr id="25" name="Slide Number Placeholder 0"/>
          <p:cNvSpPr>
            <a:spLocks noGrp="1"/>
          </p:cNvSpPr>
          <p:nvPr>
            <p:ph type="sldNum" sz="quarter" idx="4294967295"/>
          </p:nvPr>
        </p:nvSpPr>
        <p:spPr>
          <a:xfrm>
            <a:off x="10591495" y="6126480"/>
            <a:ext cx="91440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E5B56"/>
                </a:solidFill>
                <a:latin typeface="IBM Plex Mono"/>
                <a:ea typeface="IBM Plex Mono"/>
                <a:cs typeface="IBM Plex Mono"/>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685800" y="548640"/>
            <a:ext cx="10789920" cy="822960"/>
          </a:xfrm>
          <a:prstGeom prst="rect">
            <a:avLst/>
          </a:prstGeom>
          <a:noFill/>
          <a:ln/>
        </p:spPr>
        <p:txBody>
          <a:bodyPr wrap="square" lIns="0" tIns="0" rIns="0" bIns="0" rtlCol="0" anchor="t"/>
          <a:lstStyle/>
          <a:p>
            <a:pPr algn="l" indent="0" marL="0">
              <a:buNone/>
            </a:pPr>
            <a:r>
              <a:rPr lang="en-US" sz="4000" b="1" dirty="0">
                <a:solidFill>
                  <a:schemeClr val="tx1"/>
                </a:solidFill>
                <a:latin typeface="Space Grotesk" pitchFamily="34" charset="0"/>
                <a:ea typeface="Space Grotesk" pitchFamily="34" charset="-122"/>
                <a:cs typeface="Space Grotesk" pitchFamily="34" charset="-120"/>
              </a:rPr>
              <a:t>Quiet safeguards</a:t>
            </a:r>
            <a:endParaRPr lang="en-US" sz="4000" dirty="0"/>
          </a:p>
        </p:txBody>
      </p:sp>
      <p:pic>
        <p:nvPicPr>
          <p:cNvPr id="3" name="Image 0" descr="A railing along a path">    </p:cNvPr>
          <p:cNvPicPr>
            <a:picLocks noChangeAspect="1"/>
          </p:cNvPicPr>
          <p:nvPr>
            <p:ph idx="101" hasCustomPrompt="1"/>
          </p:nvPr>
        </p:nvPicPr>
        <p:blipFill>
          <a:blip r:embed="rId1"/>
          <a:stretch>
            <a:fillRect/>
          </a:stretch>
        </p:blipFill>
        <p:spPr>
          <a:xfrm>
            <a:off x="685800" y="1691640"/>
            <a:ext cx="3362858" cy="4069080"/>
          </a:xfrm>
          <a:prstGeom prst="rect">
            <a:avLst/>
          </a:prstGeom>
        </p:spPr>
      </p:pic>
      <p:pic>
        <p:nvPicPr>
          <p:cNvPr id="4" name="Image 1" descr="A net, close up">    </p:cNvPr>
          <p:cNvPicPr>
            <a:picLocks noChangeAspect="1"/>
          </p:cNvPicPr>
          <p:nvPr>
            <p:ph idx="102" hasCustomPrompt="1"/>
          </p:nvPr>
        </p:nvPicPr>
        <p:blipFill>
          <a:blip r:embed="rId2"/>
          <a:stretch>
            <a:fillRect/>
          </a:stretch>
        </p:blipFill>
        <p:spPr>
          <a:xfrm>
            <a:off x="4414418" y="1691640"/>
            <a:ext cx="3362858" cy="4069080"/>
          </a:xfrm>
          <a:prstGeom prst="rect">
            <a:avLst/>
          </a:prstGeom>
        </p:spPr>
      </p:pic>
      <p:pic>
        <p:nvPicPr>
          <p:cNvPr id="5" name="Image 2" descr="A braided steel cable">    </p:cNvPr>
          <p:cNvPicPr>
            <a:picLocks noChangeAspect="1"/>
          </p:cNvPicPr>
          <p:nvPr>
            <p:ph idx="103" hasCustomPrompt="1"/>
          </p:nvPr>
        </p:nvPicPr>
        <p:blipFill>
          <a:blip r:embed="rId3"/>
          <a:stretch>
            <a:fillRect/>
          </a:stretch>
        </p:blipFill>
        <p:spPr>
          <a:xfrm>
            <a:off x="8143037" y="1691640"/>
            <a:ext cx="3362858" cy="4069080"/>
          </a:xfrm>
          <a:prstGeom prst="rect">
            <a:avLst/>
          </a:prstGeom>
        </p:spPr>
      </p:pic>
      <p:sp>
        <p:nvSpPr>
          <p:cNvPr id="25" name="Slide Number Placeholder 0"/>
          <p:cNvSpPr>
            <a:spLocks noGrp="1"/>
          </p:cNvSpPr>
          <p:nvPr>
            <p:ph type="sldNum" sz="quarter" idx="4294967295"/>
          </p:nvPr>
        </p:nvSpPr>
        <p:spPr>
          <a:xfrm>
            <a:off x="10591495" y="6126480"/>
            <a:ext cx="91440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E5B56"/>
                </a:solidFill>
                <a:latin typeface="IBM Plex Mono"/>
                <a:ea typeface="IBM Plex Mono"/>
                <a:cs typeface="IBM Plex Mono"/>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685800" y="548640"/>
            <a:ext cx="10789920" cy="822960"/>
          </a:xfrm>
          <a:prstGeom prst="rect">
            <a:avLst/>
          </a:prstGeom>
          <a:noFill/>
          <a:ln/>
        </p:spPr>
        <p:txBody>
          <a:bodyPr wrap="square" lIns="0" tIns="0" rIns="0" bIns="0" rtlCol="0" anchor="t"/>
          <a:lstStyle/>
          <a:p>
            <a:pPr algn="l" indent="0" marL="0">
              <a:buNone/>
            </a:pPr>
            <a:r>
              <a:rPr lang="en-US" sz="4000" b="1" dirty="0">
                <a:solidFill>
                  <a:schemeClr val="tx1"/>
                </a:solidFill>
                <a:latin typeface="Space Grotesk" pitchFamily="34" charset="0"/>
                <a:ea typeface="Space Grotesk" pitchFamily="34" charset="-122"/>
                <a:cs typeface="Space Grotesk" pitchFamily="34" charset="-120"/>
              </a:rPr>
              <a:t>Code and tools</a:t>
            </a:r>
            <a:endParaRPr lang="en-US" sz="4000" dirty="0"/>
          </a:p>
        </p:txBody>
      </p:sp>
      <p:pic>
        <p:nvPicPr>
          <p:cNvPr id="3" name="Image 0" descr="HTML and SVG code on a screen">    </p:cNvPr>
          <p:cNvPicPr>
            <a:picLocks noChangeAspect="1"/>
          </p:cNvPicPr>
          <p:nvPr>
            <p:ph idx="101" hasCustomPrompt="1"/>
          </p:nvPr>
        </p:nvPicPr>
        <p:blipFill>
          <a:blip r:embed="rId1"/>
          <a:stretch>
            <a:fillRect/>
          </a:stretch>
        </p:blipFill>
        <p:spPr>
          <a:xfrm>
            <a:off x="685800" y="1691640"/>
            <a:ext cx="5158588" cy="1897380"/>
          </a:xfrm>
          <a:prstGeom prst="rect">
            <a:avLst/>
          </a:prstGeom>
        </p:spPr>
      </p:pic>
      <p:pic>
        <p:nvPicPr>
          <p:cNvPr id="4" name="Image 1" descr="Python code on a screen">    </p:cNvPr>
          <p:cNvPicPr>
            <a:picLocks noChangeAspect="1"/>
          </p:cNvPicPr>
          <p:nvPr>
            <p:ph idx="102" hasCustomPrompt="1"/>
          </p:nvPr>
        </p:nvPicPr>
        <p:blipFill>
          <a:blip r:embed="rId2"/>
          <a:stretch>
            <a:fillRect/>
          </a:stretch>
        </p:blipFill>
        <p:spPr>
          <a:xfrm>
            <a:off x="6347308" y="1691640"/>
            <a:ext cx="5158588" cy="1897380"/>
          </a:xfrm>
          <a:prstGeom prst="rect">
            <a:avLst/>
          </a:prstGeom>
        </p:spPr>
      </p:pic>
      <p:pic>
        <p:nvPicPr>
          <p:cNvPr id="5" name="Image 2" descr="A backlit keyboard">    </p:cNvPr>
          <p:cNvPicPr>
            <a:picLocks noChangeAspect="1"/>
          </p:cNvPicPr>
          <p:nvPr>
            <p:ph idx="103" hasCustomPrompt="1"/>
          </p:nvPr>
        </p:nvPicPr>
        <p:blipFill>
          <a:blip r:embed="rId3"/>
          <a:stretch>
            <a:fillRect/>
          </a:stretch>
        </p:blipFill>
        <p:spPr>
          <a:xfrm>
            <a:off x="685800" y="3863340"/>
            <a:ext cx="5158588" cy="1897380"/>
          </a:xfrm>
          <a:prstGeom prst="rect">
            <a:avLst/>
          </a:prstGeom>
        </p:spPr>
      </p:pic>
      <p:pic>
        <p:nvPicPr>
          <p:cNvPr id="6" name="Image 3" descr="A mechanical keyboard with one orange key">    </p:cNvPr>
          <p:cNvPicPr>
            <a:picLocks noChangeAspect="1"/>
          </p:cNvPicPr>
          <p:nvPr>
            <p:ph idx="104" hasCustomPrompt="1"/>
          </p:nvPr>
        </p:nvPicPr>
        <p:blipFill>
          <a:blip r:embed="rId4"/>
          <a:stretch>
            <a:fillRect/>
          </a:stretch>
        </p:blipFill>
        <p:spPr>
          <a:xfrm>
            <a:off x="6347308" y="3863340"/>
            <a:ext cx="5158588" cy="1897380"/>
          </a:xfrm>
          <a:prstGeom prst="rect">
            <a:avLst/>
          </a:prstGeom>
        </p:spPr>
      </p:pic>
      <p:sp>
        <p:nvSpPr>
          <p:cNvPr id="25" name="Slide Number Placeholder 0"/>
          <p:cNvSpPr>
            <a:spLocks noGrp="1"/>
          </p:cNvSpPr>
          <p:nvPr>
            <p:ph type="sldNum" sz="quarter" idx="4294967295"/>
          </p:nvPr>
        </p:nvSpPr>
        <p:spPr>
          <a:xfrm>
            <a:off x="10591495" y="6126480"/>
            <a:ext cx="91440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E5B56"/>
                </a:solidFill>
                <a:latin typeface="IBM Plex Mono"/>
                <a:ea typeface="IBM Plex Mono"/>
                <a:cs typeface="IBM Plex Mono"/>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685800" y="2103120"/>
            <a:ext cx="5486400" cy="1737360"/>
          </a:xfrm>
          <a:prstGeom prst="rect">
            <a:avLst/>
          </a:prstGeom>
          <a:noFill/>
          <a:ln/>
        </p:spPr>
        <p:txBody>
          <a:bodyPr wrap="square" lIns="0" tIns="0" rIns="0" bIns="0" rtlCol="0" anchor="b"/>
          <a:lstStyle/>
          <a:p>
            <a:pPr algn="l" indent="0" marL="0">
              <a:buNone/>
            </a:pPr>
            <a:r>
              <a:rPr lang="en-US" sz="12000" dirty="0">
                <a:solidFill>
                  <a:schemeClr val="bg1"/>
                </a:solidFill>
                <a:latin typeface="Space Grotesk Light" pitchFamily="34" charset="0"/>
                <a:ea typeface="Space Grotesk Light" pitchFamily="34" charset="-122"/>
                <a:cs typeface="Space Grotesk Light" pitchFamily="34" charset="-120"/>
              </a:rPr>
              <a:t>03</a:t>
            </a:r>
            <a:endParaRPr lang="en-US" sz="12000" dirty="0"/>
          </a:p>
        </p:txBody>
      </p:sp>
      <p:sp>
        <p:nvSpPr>
          <p:cNvPr id="3" name="Text 1"/>
          <p:cNvSpPr/>
          <p:nvPr>
            <p:ph idx="102" type="title" hasCustomPrompt="1"/>
          </p:nvPr>
        </p:nvSpPr>
        <p:spPr>
          <a:xfrm>
            <a:off x="685800" y="4343400"/>
            <a:ext cx="10515600" cy="1097280"/>
          </a:xfrm>
          <a:prstGeom prst="rect">
            <a:avLst/>
          </a:prstGeom>
          <a:noFill/>
          <a:ln/>
        </p:spPr>
        <p:txBody>
          <a:bodyPr wrap="square" lIns="0" tIns="0" rIns="0" bIns="0" rtlCol="0" anchor="t"/>
          <a:lstStyle/>
          <a:p>
            <a:pPr algn="l" indent="0" marL="0">
              <a:buNone/>
            </a:pPr>
            <a:r>
              <a:rPr lang="en-US" sz="4400" b="1" dirty="0">
                <a:solidFill>
                  <a:schemeClr val="bg1"/>
                </a:solidFill>
                <a:latin typeface="Space Grotesk" pitchFamily="34" charset="0"/>
                <a:ea typeface="Space Grotesk" pitchFamily="34" charset="-122"/>
                <a:cs typeface="Space Grotesk" pitchFamily="34" charset="-120"/>
              </a:rPr>
              <a:t>In figures</a:t>
            </a:r>
            <a:endParaRPr lang="en-US" sz="4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685800" y="548640"/>
            <a:ext cx="10789920" cy="822960"/>
          </a:xfrm>
          <a:prstGeom prst="rect">
            <a:avLst/>
          </a:prstGeom>
          <a:noFill/>
          <a:ln/>
        </p:spPr>
        <p:txBody>
          <a:bodyPr wrap="square" lIns="0" tIns="0" rIns="0" bIns="0" rtlCol="0" anchor="t"/>
          <a:lstStyle/>
          <a:p>
            <a:pPr algn="l" indent="0" marL="0">
              <a:buNone/>
            </a:pPr>
            <a:r>
              <a:rPr lang="en-US" sz="4000" b="1" dirty="0">
                <a:solidFill>
                  <a:schemeClr val="tx1"/>
                </a:solidFill>
                <a:latin typeface="Space Grotesk" pitchFamily="34" charset="0"/>
                <a:ea typeface="Space Grotesk" pitchFamily="34" charset="-122"/>
                <a:cs typeface="Space Grotesk" pitchFamily="34" charset="-120"/>
              </a:rPr>
              <a:t>Slabs in three figures</a:t>
            </a:r>
            <a:endParaRPr lang="en-US" sz="4000" dirty="0"/>
          </a:p>
        </p:txBody>
      </p:sp>
      <p:sp>
        <p:nvSpPr>
          <p:cNvPr id="3" name="Text 1"/>
          <p:cNvSpPr/>
          <p:nvPr>
            <p:ph idx="102" type="body" hasCustomPrompt="1"/>
          </p:nvPr>
        </p:nvSpPr>
        <p:spPr>
          <a:xfrm>
            <a:off x="685800" y="2057400"/>
            <a:ext cx="3362858" cy="1371600"/>
          </a:xfrm>
          <a:prstGeom prst="rect">
            <a:avLst/>
          </a:prstGeom>
          <a:noFill/>
          <a:ln/>
        </p:spPr>
        <p:txBody>
          <a:bodyPr wrap="square" lIns="0" tIns="0" rIns="0" bIns="0" rtlCol="0" anchor="t"/>
          <a:lstStyle/>
          <a:p>
            <a:pPr algn="l" indent="0" marL="0">
              <a:buNone/>
            </a:pPr>
            <a:r>
              <a:rPr lang="en-US" sz="8000" b="1" dirty="0">
                <a:solidFill>
                  <a:schemeClr val="tx1"/>
                </a:solidFill>
                <a:latin typeface="Space Grotesk" pitchFamily="34" charset="0"/>
                <a:ea typeface="Space Grotesk" pitchFamily="34" charset="-122"/>
                <a:cs typeface="Space Grotesk" pitchFamily="34" charset="-120"/>
              </a:rPr>
              <a:t>7</a:t>
            </a:r>
            <a:endParaRPr lang="en-US" sz="8000" dirty="0"/>
          </a:p>
        </p:txBody>
      </p:sp>
      <p:sp>
        <p:nvSpPr>
          <p:cNvPr id="4" name="Text 1"/>
          <p:cNvSpPr/>
          <p:nvPr>
            <p:ph idx="103" type="body" hasCustomPrompt="1"/>
          </p:nvPr>
        </p:nvSpPr>
        <p:spPr>
          <a:xfrm>
            <a:off x="685800" y="3566160"/>
            <a:ext cx="3362858" cy="1645920"/>
          </a:xfrm>
          <a:prstGeom prst="rect">
            <a:avLst/>
          </a:prstGeom>
          <a:noFill/>
          <a:ln/>
        </p:spPr>
        <p:txBody>
          <a:bodyPr wrap="square" lIns="0" tIns="0" rIns="0" bIns="0" rtlCol="0" anchor="t"/>
          <a:lstStyle/>
          <a:p>
            <a:pPr algn="l" indent="0" marL="0">
              <a:buNone/>
            </a:pPr>
            <a:r>
              <a:rPr lang="en-US" sz="2000" dirty="0">
                <a:solidFill>
                  <a:schemeClr val="tx2"/>
                </a:solidFill>
                <a:latin typeface="Space Grotesk" pitchFamily="34" charset="0"/>
                <a:ea typeface="Space Grotesk" pitchFamily="34" charset="-122"/>
                <a:cs typeface="Space Grotesk" pitchFamily="34" charset="-120"/>
              </a:rPr>
              <a:t>open-source libraries for PHP</a:t>
            </a:r>
            <a:endParaRPr lang="en-US" sz="2000" dirty="0"/>
          </a:p>
        </p:txBody>
      </p:sp>
      <p:sp>
        <p:nvSpPr>
          <p:cNvPr id="5" name="Text 2"/>
          <p:cNvSpPr/>
          <p:nvPr>
            <p:ph idx="105" type="body" hasCustomPrompt="1"/>
          </p:nvPr>
        </p:nvSpPr>
        <p:spPr>
          <a:xfrm>
            <a:off x="4414418" y="2057400"/>
            <a:ext cx="3362858" cy="1371600"/>
          </a:xfrm>
          <a:prstGeom prst="rect">
            <a:avLst/>
          </a:prstGeom>
          <a:noFill/>
          <a:ln/>
        </p:spPr>
        <p:txBody>
          <a:bodyPr wrap="square" lIns="0" tIns="0" rIns="0" bIns="0" rtlCol="0" anchor="t"/>
          <a:lstStyle/>
          <a:p>
            <a:pPr algn="l" indent="0" marL="0">
              <a:buNone/>
            </a:pPr>
            <a:r>
              <a:rPr lang="en-US" sz="8000" b="1" dirty="0">
                <a:solidFill>
                  <a:schemeClr val="tx1"/>
                </a:solidFill>
                <a:latin typeface="Space Grotesk" pitchFamily="34" charset="0"/>
                <a:ea typeface="Space Grotesk" pitchFamily="34" charset="-122"/>
                <a:cs typeface="Space Grotesk" pitchFamily="34" charset="-120"/>
              </a:rPr>
              <a:t>1</a:t>
            </a:r>
            <a:endParaRPr lang="en-US" sz="8000" dirty="0"/>
          </a:p>
        </p:txBody>
      </p:sp>
      <p:sp>
        <p:nvSpPr>
          <p:cNvPr id="6" name="Text 2"/>
          <p:cNvSpPr/>
          <p:nvPr>
            <p:ph idx="106" type="body" hasCustomPrompt="1"/>
          </p:nvPr>
        </p:nvSpPr>
        <p:spPr>
          <a:xfrm>
            <a:off x="4414418" y="3566160"/>
            <a:ext cx="3362858" cy="1645920"/>
          </a:xfrm>
          <a:prstGeom prst="rect">
            <a:avLst/>
          </a:prstGeom>
          <a:noFill/>
          <a:ln/>
        </p:spPr>
        <p:txBody>
          <a:bodyPr wrap="square" lIns="0" tIns="0" rIns="0" bIns="0" rtlCol="0" anchor="t"/>
          <a:lstStyle/>
          <a:p>
            <a:pPr algn="l" indent="0" marL="0">
              <a:buNone/>
            </a:pPr>
            <a:r>
              <a:rPr lang="en-US" sz="2000" dirty="0">
                <a:solidFill>
                  <a:schemeClr val="tx2"/>
                </a:solidFill>
                <a:latin typeface="Space Grotesk" pitchFamily="34" charset="0"/>
                <a:ea typeface="Space Grotesk" pitchFamily="34" charset="-122"/>
                <a:cs typeface="Space Grotesk" pitchFamily="34" charset="-120"/>
              </a:rPr>
              <a:t>license for all of them: MIT</a:t>
            </a:r>
            <a:endParaRPr lang="en-US" sz="2000" dirty="0"/>
          </a:p>
        </p:txBody>
      </p:sp>
      <p:sp>
        <p:nvSpPr>
          <p:cNvPr id="7" name="Text 3"/>
          <p:cNvSpPr/>
          <p:nvPr>
            <p:ph idx="108" type="body" hasCustomPrompt="1"/>
          </p:nvPr>
        </p:nvSpPr>
        <p:spPr>
          <a:xfrm>
            <a:off x="8143037" y="2057400"/>
            <a:ext cx="3362858" cy="1371600"/>
          </a:xfrm>
          <a:prstGeom prst="rect">
            <a:avLst/>
          </a:prstGeom>
          <a:noFill/>
          <a:ln/>
        </p:spPr>
        <p:txBody>
          <a:bodyPr wrap="square" lIns="0" tIns="0" rIns="0" bIns="0" rtlCol="0" anchor="t"/>
          <a:lstStyle/>
          <a:p>
            <a:pPr algn="l" indent="0" marL="0">
              <a:buNone/>
            </a:pPr>
            <a:r>
              <a:rPr lang="en-US" sz="8000" b="1" dirty="0">
                <a:solidFill>
                  <a:schemeClr val="tx1"/>
                </a:solidFill>
                <a:latin typeface="Space Grotesk" pitchFamily="34" charset="0"/>
                <a:ea typeface="Space Grotesk" pitchFamily="34" charset="-122"/>
                <a:cs typeface="Space Grotesk" pitchFamily="34" charset="-120"/>
              </a:rPr>
              <a:t>0</a:t>
            </a:r>
            <a:endParaRPr lang="en-US" sz="8000" dirty="0"/>
          </a:p>
        </p:txBody>
      </p:sp>
      <p:sp>
        <p:nvSpPr>
          <p:cNvPr id="8" name="Text 3"/>
          <p:cNvSpPr/>
          <p:nvPr>
            <p:ph idx="109" type="body" hasCustomPrompt="1"/>
          </p:nvPr>
        </p:nvSpPr>
        <p:spPr>
          <a:xfrm>
            <a:off x="8143037" y="3566160"/>
            <a:ext cx="3362858" cy="1645920"/>
          </a:xfrm>
          <a:prstGeom prst="rect">
            <a:avLst/>
          </a:prstGeom>
          <a:noFill/>
          <a:ln/>
        </p:spPr>
        <p:txBody>
          <a:bodyPr wrap="square" lIns="0" tIns="0" rIns="0" bIns="0" rtlCol="0" anchor="t"/>
          <a:lstStyle/>
          <a:p>
            <a:pPr algn="l" indent="0" marL="0">
              <a:buNone/>
            </a:pPr>
            <a:r>
              <a:rPr lang="en-US" sz="2000" dirty="0">
                <a:solidFill>
                  <a:schemeClr val="tx2"/>
                </a:solidFill>
                <a:latin typeface="Space Grotesk" pitchFamily="34" charset="0"/>
                <a:ea typeface="Space Grotesk" pitchFamily="34" charset="-122"/>
                <a:cs typeface="Space Grotesk" pitchFamily="34" charset="-120"/>
              </a:rPr>
              <a:t>passwords kept by a server that uses passkeys</a:t>
            </a:r>
            <a:endParaRPr lang="en-US" sz="2000" dirty="0"/>
          </a:p>
        </p:txBody>
      </p:sp>
      <p:sp>
        <p:nvSpPr>
          <p:cNvPr id="25" name="Slide Number Placeholder 0"/>
          <p:cNvSpPr>
            <a:spLocks noGrp="1"/>
          </p:cNvSpPr>
          <p:nvPr>
            <p:ph type="sldNum" sz="quarter" idx="4294967295"/>
          </p:nvPr>
        </p:nvSpPr>
        <p:spPr>
          <a:xfrm>
            <a:off x="10591495" y="6126480"/>
            <a:ext cx="91440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E5B56"/>
                </a:solidFill>
                <a:latin typeface="IBM Plex Mono"/>
                <a:ea typeface="IBM Plex Mono"/>
                <a:cs typeface="IBM Plex Mono"/>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685800" y="548640"/>
            <a:ext cx="4952848" cy="822960"/>
          </a:xfrm>
          <a:prstGeom prst="rect">
            <a:avLst/>
          </a:prstGeom>
          <a:noFill/>
          <a:ln/>
        </p:spPr>
        <p:txBody>
          <a:bodyPr wrap="square" lIns="0" tIns="0" rIns="0" bIns="0" rtlCol="0" anchor="t"/>
          <a:lstStyle/>
          <a:p>
            <a:pPr algn="l" indent="0" marL="0">
              <a:buNone/>
            </a:pPr>
            <a:r>
              <a:rPr lang="en-US" sz="4000" b="1" dirty="0">
                <a:solidFill>
                  <a:schemeClr val="tx1"/>
                </a:solidFill>
                <a:latin typeface="Space Grotesk" pitchFamily="34" charset="0"/>
                <a:ea typeface="Space Grotesk" pitchFamily="34" charset="-122"/>
                <a:cs typeface="Space Grotesk" pitchFamily="34" charset="-120"/>
              </a:rPr>
              <a:t>One figure</a:t>
            </a:r>
            <a:endParaRPr lang="en-US" sz="4000" dirty="0"/>
          </a:p>
        </p:txBody>
      </p:sp>
      <p:sp>
        <p:nvSpPr>
          <p:cNvPr id="3" name="Text 0"/>
          <p:cNvSpPr/>
          <p:nvPr>
            <p:ph idx="101" type="body" hasCustomPrompt="1"/>
          </p:nvPr>
        </p:nvSpPr>
        <p:spPr>
          <a:xfrm>
            <a:off x="685800" y="1874520"/>
            <a:ext cx="4952848" cy="1828800"/>
          </a:xfrm>
          <a:prstGeom prst="rect">
            <a:avLst/>
          </a:prstGeom>
          <a:noFill/>
          <a:ln/>
        </p:spPr>
        <p:txBody>
          <a:bodyPr wrap="square" lIns="0" tIns="0" rIns="0" bIns="0" rtlCol="0" anchor="t"/>
          <a:lstStyle/>
          <a:p>
            <a:pPr algn="l" indent="0" marL="0">
              <a:buNone/>
            </a:pPr>
            <a:r>
              <a:rPr lang="en-US" sz="12000" b="1" dirty="0">
                <a:solidFill>
                  <a:schemeClr val="tx1"/>
                </a:solidFill>
                <a:latin typeface="Space Grotesk" pitchFamily="34" charset="0"/>
                <a:ea typeface="Space Grotesk" pitchFamily="34" charset="-122"/>
                <a:cs typeface="Space Grotesk" pitchFamily="34" charset="-120"/>
              </a:rPr>
              <a:t>0</a:t>
            </a:r>
            <a:endParaRPr lang="en-US" sz="12000" dirty="0"/>
          </a:p>
        </p:txBody>
      </p:sp>
      <p:sp>
        <p:nvSpPr>
          <p:cNvPr id="4" name="Text 0"/>
          <p:cNvSpPr/>
          <p:nvPr>
            <p:ph idx="102" type="body" hasCustomPrompt="1"/>
          </p:nvPr>
        </p:nvSpPr>
        <p:spPr>
          <a:xfrm>
            <a:off x="685800" y="3886200"/>
            <a:ext cx="4952848" cy="1463040"/>
          </a:xfrm>
          <a:prstGeom prst="rect">
            <a:avLst/>
          </a:prstGeom>
          <a:noFill/>
          <a:ln/>
        </p:spPr>
        <p:txBody>
          <a:bodyPr wrap="square" lIns="0" tIns="0" rIns="0" bIns="0" rtlCol="0" anchor="t"/>
          <a:lstStyle/>
          <a:p>
            <a:pPr algn="l" indent="0" marL="0">
              <a:buNone/>
            </a:pPr>
            <a:r>
              <a:rPr lang="en-US" sz="2400" dirty="0">
                <a:solidFill>
                  <a:schemeClr val="tx2"/>
                </a:solidFill>
                <a:latin typeface="Space Grotesk" pitchFamily="34" charset="0"/>
                <a:ea typeface="Space Grotesk" pitchFamily="34" charset="-122"/>
                <a:cs typeface="Space Grotesk" pitchFamily="34" charset="-120"/>
              </a:rPr>
              <a:t>shared secrets on the server with passkeys</a:t>
            </a:r>
            <a:endParaRPr lang="en-US" sz="2400" dirty="0"/>
          </a:p>
        </p:txBody>
      </p:sp>
      <p:pic>
        <p:nvPicPr>
          <p:cNvPr id="5" name="Image 0" descr="A dashboard of indicators">    </p:cNvPr>
          <p:cNvPicPr>
            <a:picLocks noChangeAspect="1"/>
          </p:cNvPicPr>
          <p:nvPr>
            <p:ph idx="103" hasCustomPrompt="1"/>
          </p:nvPr>
        </p:nvPicPr>
        <p:blipFill>
          <a:blip r:embed="rId1"/>
          <a:stretch>
            <a:fillRect/>
          </a:stretch>
        </p:blipFill>
        <p:spPr>
          <a:xfrm>
            <a:off x="6095848" y="0"/>
            <a:ext cx="6095848" cy="6858000"/>
          </a:xfrm>
          <a:prstGeom prst="rect">
            <a:avLst/>
          </a:prstGeom>
        </p:spPr>
      </p:pic>
      <p:sp>
        <p:nvSpPr>
          <p:cNvPr id="25" name="Slide Number Placeholder 0"/>
          <p:cNvSpPr>
            <a:spLocks noGrp="1"/>
          </p:cNvSpPr>
          <p:nvPr>
            <p:ph type="sldNum" sz="quarter" idx="4294967295"/>
          </p:nvPr>
        </p:nvSpPr>
        <p:spPr>
          <a:xfrm>
            <a:off x="4724248" y="6126480"/>
            <a:ext cx="91440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E5B56"/>
                </a:solidFill>
                <a:latin typeface="IBM Plex Mono"/>
                <a:ea typeface="IBM Plex Mono"/>
                <a:cs typeface="IBM Plex Mono"/>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body" hasCustomPrompt="1"/>
          </p:nvPr>
        </p:nvSpPr>
        <p:spPr>
          <a:xfrm>
            <a:off x="685800" y="1097280"/>
            <a:ext cx="10515600" cy="2468880"/>
          </a:xfrm>
          <a:prstGeom prst="rect">
            <a:avLst/>
          </a:prstGeom>
          <a:noFill/>
          <a:ln/>
        </p:spPr>
        <p:txBody>
          <a:bodyPr wrap="square" lIns="0" tIns="0" rIns="0" bIns="0" rtlCol="0" anchor="b"/>
          <a:lstStyle/>
          <a:p>
            <a:pPr algn="l" indent="0" marL="0">
              <a:buNone/>
            </a:pPr>
            <a:r>
              <a:rPr lang="en-US" sz="16000" b="1" dirty="0">
                <a:solidFill>
                  <a:schemeClr val="bg1"/>
                </a:solidFill>
                <a:latin typeface="Space Grotesk" pitchFamily="34" charset="0"/>
                <a:ea typeface="Space Grotesk" pitchFamily="34" charset="-122"/>
                <a:cs typeface="Space Grotesk" pitchFamily="34" charset="-120"/>
              </a:rPr>
              <a:t>100 %</a:t>
            </a:r>
            <a:endParaRPr lang="en-US" sz="16000" dirty="0"/>
          </a:p>
        </p:txBody>
      </p:sp>
      <p:sp>
        <p:nvSpPr>
          <p:cNvPr id="3" name="Text 1"/>
          <p:cNvSpPr/>
          <p:nvPr>
            <p:ph idx="102" type="body" hasCustomPrompt="1"/>
          </p:nvPr>
        </p:nvSpPr>
        <p:spPr>
          <a:xfrm>
            <a:off x="685800" y="4160520"/>
            <a:ext cx="10515600" cy="1097280"/>
          </a:xfrm>
          <a:prstGeom prst="rect">
            <a:avLst/>
          </a:prstGeom>
          <a:noFill/>
          <a:ln/>
        </p:spPr>
        <p:txBody>
          <a:bodyPr wrap="square" lIns="0" tIns="0" rIns="0" bIns="0" rtlCol="0" anchor="t"/>
          <a:lstStyle/>
          <a:p>
            <a:pPr algn="l" indent="0" marL="0">
              <a:buNone/>
            </a:pPr>
            <a:r>
              <a:rPr lang="en-US" sz="2800" dirty="0">
                <a:solidFill>
                  <a:srgbClr val="B3AEA6"/>
                </a:solidFill>
                <a:latin typeface="Space Grotesk" pitchFamily="34" charset="0"/>
                <a:ea typeface="Space Grotesk" pitchFamily="34" charset="-122"/>
                <a:cs typeface="Space Grotesk" pitchFamily="34" charset="-120"/>
              </a:rPr>
              <a:t>of the code is open source</a:t>
            </a:r>
            <a:endParaRPr lang="en-US" sz="2800" dirty="0"/>
          </a:p>
        </p:txBody>
      </p:sp>
      <p:sp>
        <p:nvSpPr>
          <p:cNvPr id="25" name="Slide Number Placeholder 0"/>
          <p:cNvSpPr>
            <a:spLocks noGrp="1"/>
          </p:cNvSpPr>
          <p:nvPr>
            <p:ph type="sldNum" sz="quarter" idx="4294967295"/>
          </p:nvPr>
        </p:nvSpPr>
        <p:spPr>
          <a:xfrm>
            <a:off x="10591495" y="6126480"/>
            <a:ext cx="91440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B3AEA6"/>
                </a:solidFill>
                <a:latin typeface="IBM Plex Mono"/>
                <a:ea typeface="IBM Plex Mono"/>
                <a:cs typeface="IBM Plex Mono"/>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685800" y="548640"/>
            <a:ext cx="10789920" cy="822960"/>
          </a:xfrm>
          <a:prstGeom prst="rect">
            <a:avLst/>
          </a:prstGeom>
          <a:noFill/>
          <a:ln/>
        </p:spPr>
        <p:txBody>
          <a:bodyPr wrap="square" lIns="0" tIns="0" rIns="0" bIns="0" rtlCol="0" anchor="t"/>
          <a:lstStyle/>
          <a:p>
            <a:pPr algn="l" indent="0" marL="0">
              <a:buNone/>
            </a:pPr>
            <a:r>
              <a:rPr lang="en-US" sz="4000" b="1" dirty="0">
                <a:solidFill>
                  <a:schemeClr val="tx1"/>
                </a:solidFill>
                <a:latin typeface="Space Grotesk" pitchFamily="34" charset="0"/>
                <a:ea typeface="Space Grotesk" pitchFamily="34" charset="-122"/>
                <a:cs typeface="Space Grotesk" pitchFamily="34" charset="-120"/>
              </a:rPr>
              <a:t>[Chart title]</a:t>
            </a:r>
            <a:endParaRPr lang="en-US" sz="4000" dirty="0"/>
          </a:p>
        </p:txBody>
      </p:sp>
      <p:graphicFrame>
        <p:nvGraphicFramePr>
          <p:cNvPr id="3" name="Chart 0" descr=""/>
          <p:cNvGraphicFramePr/>
          <p:nvPr>
            <p:ph idx="101" type="chart" hasCustomPrompt="1"/>
          </p:nvPr>
        </p:nvGraphicFramePr>
        <p:xfrm>
          <a:off x="685800" y="1691640"/>
          <a:ext cx="7223760" cy="4069080"/>
        </p:xfrm>
        <a:graphic xmlns:a="http://schemas.openxmlformats.org/drawingml/2006/main">
          <a:graphicData uri="http://schemas.openxmlformats.org/drawingml/2006/chart">
            <c:chart xmlns:c="http://schemas.openxmlformats.org/drawingml/2006/chart" r:id="rId1"/>
          </a:graphicData>
        </a:graphic>
      </p:graphicFrame>
      <p:sp>
        <p:nvSpPr>
          <p:cNvPr id="4" name="Text 0"/>
          <p:cNvSpPr/>
          <p:nvPr>
            <p:ph idx="102" type="body" hasCustomPrompt="1"/>
          </p:nvPr>
        </p:nvSpPr>
        <p:spPr>
          <a:xfrm>
            <a:off x="8366760" y="1691640"/>
            <a:ext cx="3139135" cy="4069080"/>
          </a:xfrm>
          <a:prstGeom prst="rect">
            <a:avLst/>
          </a:prstGeom>
          <a:noFill/>
          <a:ln/>
        </p:spPr>
        <p:txBody>
          <a:bodyPr wrap="square" lIns="0" tIns="0" rIns="0" bIns="0" rtlCol="0" anchor="t"/>
          <a:lstStyle/>
          <a:p>
            <a:pPr algn="l" indent="0" marL="0">
              <a:spcAft>
                <a:spcPts val="1000"/>
              </a:spcAft>
              <a:buNone/>
            </a:pPr>
            <a:r>
              <a:rPr lang="en-US" sz="2000" dirty="0">
                <a:solidFill>
                  <a:schemeClr val="tx1"/>
                </a:solidFill>
                <a:latin typeface="Space Grotesk" pitchFamily="34" charset="0"/>
                <a:ea typeface="Space Grotesk" pitchFamily="34" charset="-122"/>
                <a:cs typeface="Space Grotesk" pitchFamily="34" charset="-120"/>
              </a:rPr>
              <a:t>Example values: replace them with your own.</a:t>
            </a:r>
            <a:endParaRPr lang="en-US" sz="2000" dirty="0"/>
          </a:p>
          <a:p>
            <a:pPr algn="l" indent="0" marL="0">
              <a:spcAft>
                <a:spcPts val="1000"/>
              </a:spcAft>
              <a:buNone/>
            </a:pPr>
            <a:r>
              <a:rPr lang="en-US" sz="2000" dirty="0">
                <a:solidFill>
                  <a:schemeClr val="tx1"/>
                </a:solidFill>
                <a:latin typeface="Space Grotesk" pitchFamily="34" charset="0"/>
                <a:ea typeface="Space Grotesk" pitchFamily="34" charset="-122"/>
                <a:cs typeface="Space Grotesk" pitchFamily="34" charset="-120"/>
              </a:rPr>
              <a:t>The series the chart is about is orange; the others follow the order of page 21.</a:t>
            </a:r>
            <a:endParaRPr lang="en-US" sz="2000" dirty="0"/>
          </a:p>
        </p:txBody>
      </p:sp>
      <p:sp>
        <p:nvSpPr>
          <p:cNvPr id="25" name="Slide Number Placeholder 0"/>
          <p:cNvSpPr>
            <a:spLocks noGrp="1"/>
          </p:cNvSpPr>
          <p:nvPr>
            <p:ph type="sldNum" sz="quarter" idx="4294967295"/>
          </p:nvPr>
        </p:nvSpPr>
        <p:spPr>
          <a:xfrm>
            <a:off x="10591495" y="6126480"/>
            <a:ext cx="91440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E5B56"/>
                </a:solidFill>
                <a:latin typeface="IBM Plex Mono"/>
                <a:ea typeface="IBM Plex Mono"/>
                <a:cs typeface="IBM Plex Mono"/>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685800" y="548640"/>
            <a:ext cx="10789920" cy="822960"/>
          </a:xfrm>
          <a:prstGeom prst="rect">
            <a:avLst/>
          </a:prstGeom>
          <a:noFill/>
          <a:ln/>
        </p:spPr>
        <p:txBody>
          <a:bodyPr wrap="square" lIns="0" tIns="0" rIns="0" bIns="0" rtlCol="0" anchor="t"/>
          <a:lstStyle/>
          <a:p>
            <a:pPr algn="l" indent="0" marL="0">
              <a:buNone/>
            </a:pPr>
            <a:r>
              <a:rPr lang="en-US" sz="4000" b="1" dirty="0">
                <a:solidFill>
                  <a:schemeClr val="tx1"/>
                </a:solidFill>
                <a:latin typeface="Space Grotesk" pitchFamily="34" charset="0"/>
                <a:ea typeface="Space Grotesk" pitchFamily="34" charset="-122"/>
                <a:cs typeface="Space Grotesk" pitchFamily="34" charset="-120"/>
              </a:rPr>
              <a:t>Supported versions</a:t>
            </a:r>
            <a:endParaRPr lang="en-US" sz="40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685800" y="1691640"/>
          <a:ext cx="10820095" cy="4069080"/>
        </p:xfrm>
        <a:graphic>
          <a:graphicData uri="http://schemas.openxmlformats.org/drawingml/2006/table">
            <a:tbl>
              <a:tblPr/>
              <a:tblGrid>
                <a:gridCol w="6245352"/>
                <a:gridCol w="2286000"/>
                <a:gridCol w="2286000"/>
              </a:tblGrid>
              <a:tr h="502920">
                <a:tc>
                  <a:txBody>
                    <a:bodyPr/>
                    <a:lstStyle/>
                    <a:p>
                      <a:pPr indent="0" marL="0">
                        <a:buNone/>
                      </a:pPr>
                      <a:r>
                        <a:rPr lang="en-US" sz="1400" b="1" spc="100" kern="0" dirty="0">
                          <a:solidFill>
                            <a:schemeClr val="tx1"/>
                          </a:solidFill>
                          <a:latin typeface="IBM Plex Mono" pitchFamily="34" charset="0"/>
                          <a:ea typeface="IBM Plex Mono" pitchFamily="34" charset="-122"/>
                          <a:cs typeface="IBM Plex Mono" pitchFamily="34" charset="-120"/>
                        </a:rPr>
                        <a:t>PACKAGE</a:t>
                      </a:r>
                      <a:endParaRPr lang="en-US" sz="1400" dirty="0">
                        <a:latin typeface="IBM Plex Mono" charset="0"/>
                        <a:ea typeface="IBM Plex Mono" charset="0"/>
                        <a:cs typeface="IBM Plex Mono" charset="0"/>
                      </a:endParaRPr>
                    </a:p>
                  </a:txBody>
                  <a:tcPr marL="0" marR="45720" marT="45720" marB="45720" anchor="ctr">
                    <a:lnL w="0" cap="flat" cmpd="sng" algn="ctr">
                      <a:noFill/>
                    </a:lnL>
                    <a:lnR w="0" cap="flat" cmpd="sng" algn="ctr">
                      <a:noFill/>
                    </a:lnR>
                    <a:lnT w="0" cap="flat" cmpd="sng" algn="ctr">
                      <a:noFill/>
                    </a:lnT>
                    <a:lnB w="19050" cap="flat" cmpd="sng" algn="ctr">
                      <a:solidFill>
                        <a:srgbClr val="333334"/>
                      </a:solidFill>
                      <a:prstDash val="solid"/>
                      <a:round/>
                      <a:headEnd type="none" w="med" len="med"/>
                      <a:tailEnd type="none" w="med" len="med"/>
                    </a:lnB>
                  </a:tcPr>
                </a:tc>
                <a:tc>
                  <a:txBody>
                    <a:bodyPr/>
                    <a:lstStyle/>
                    <a:p>
                      <a:pPr algn="r" indent="0" marL="0">
                        <a:buNone/>
                      </a:pPr>
                      <a:r>
                        <a:rPr lang="en-US" sz="1400" b="1" spc="100" kern="0" dirty="0">
                          <a:solidFill>
                            <a:schemeClr val="tx1"/>
                          </a:solidFill>
                          <a:latin typeface="IBM Plex Mono" pitchFamily="34" charset="0"/>
                          <a:ea typeface="IBM Plex Mono" pitchFamily="34" charset="-122"/>
                          <a:cs typeface="IBM Plex Mono" pitchFamily="34" charset="-120"/>
                        </a:rPr>
                        <a:t>REQUIRES PHP</a:t>
                      </a:r>
                      <a:endParaRPr lang="en-US" sz="1400" dirty="0">
                        <a:latin typeface="IBM Plex Mono" charset="0"/>
                        <a:ea typeface="IBM Plex Mono" charset="0"/>
                        <a:cs typeface="IBM Plex Mono" charset="0"/>
                      </a:endParaRPr>
                    </a:p>
                  </a:txBody>
                  <a:tcPr marL="0" marR="45720" marT="45720" marB="45720" anchor="ctr">
                    <a:lnL w="0" cap="flat" cmpd="sng" algn="ctr">
                      <a:noFill/>
                    </a:lnL>
                    <a:lnR w="0" cap="flat" cmpd="sng" algn="ctr">
                      <a:noFill/>
                    </a:lnR>
                    <a:lnT w="0" cap="flat" cmpd="sng" algn="ctr">
                      <a:noFill/>
                    </a:lnT>
                    <a:lnB w="19050" cap="flat" cmpd="sng" algn="ctr">
                      <a:solidFill>
                        <a:srgbClr val="333334"/>
                      </a:solidFill>
                      <a:prstDash val="solid"/>
                      <a:round/>
                      <a:headEnd type="none" w="med" len="med"/>
                      <a:tailEnd type="none" w="med" len="med"/>
                    </a:lnB>
                  </a:tcPr>
                </a:tc>
                <a:tc>
                  <a:txBody>
                    <a:bodyPr/>
                    <a:lstStyle/>
                    <a:p>
                      <a:pPr algn="r" indent="0" marL="0">
                        <a:buNone/>
                      </a:pPr>
                      <a:r>
                        <a:rPr lang="en-US" sz="1400" b="1" spc="100" kern="0" dirty="0">
                          <a:solidFill>
                            <a:schemeClr val="tx1"/>
                          </a:solidFill>
                          <a:latin typeface="IBM Plex Mono" pitchFamily="34" charset="0"/>
                          <a:ea typeface="IBM Plex Mono" pitchFamily="34" charset="-122"/>
                          <a:cs typeface="IBM Plex Mono" pitchFamily="34" charset="-120"/>
                        </a:rPr>
                        <a:t>SUPPORTED</a:t>
                      </a:r>
                      <a:endParaRPr lang="en-US" sz="1400" dirty="0">
                        <a:latin typeface="IBM Plex Mono" charset="0"/>
                        <a:ea typeface="IBM Plex Mono" charset="0"/>
                        <a:cs typeface="IBM Plex Mono" charset="0"/>
                      </a:endParaRPr>
                    </a:p>
                  </a:txBody>
                  <a:tcPr marL="0" marR="45720" marT="45720" marB="45720" anchor="ctr">
                    <a:lnL w="0" cap="flat" cmpd="sng" algn="ctr">
                      <a:noFill/>
                    </a:lnL>
                    <a:lnR w="0" cap="flat" cmpd="sng" algn="ctr">
                      <a:noFill/>
                    </a:lnR>
                    <a:lnT w="0" cap="flat" cmpd="sng" algn="ctr">
                      <a:noFill/>
                    </a:lnT>
                    <a:lnB w="19050" cap="flat" cmpd="sng" algn="ctr">
                      <a:solidFill>
                        <a:srgbClr val="333334"/>
                      </a:solidFill>
                      <a:prstDash val="solid"/>
                      <a:round/>
                      <a:headEnd type="none" w="med" len="med"/>
                      <a:tailEnd type="none" w="med" len="med"/>
                    </a:lnB>
                  </a:tcPr>
                </a:tc>
              </a:tr>
              <a:tr h="502920">
                <a:tc>
                  <a:txBody>
                    <a:bodyPr/>
                    <a:lstStyle/>
                    <a:p>
                      <a:pPr indent="0" marL="0">
                        <a:buNone/>
                      </a:pPr>
                      <a:r>
                        <a:rPr lang="en-US" sz="1600" dirty="0">
                          <a:solidFill>
                            <a:schemeClr val="tx1"/>
                          </a:solidFill>
                          <a:latin typeface="IBM Plex Mono" pitchFamily="34" charset="0"/>
                          <a:ea typeface="IBM Plex Mono" pitchFamily="34" charset="-122"/>
                          <a:cs typeface="IBM Plex Mono" pitchFamily="34" charset="-120"/>
                        </a:rPr>
                        <a:t>web-auth/webauthn-lib</a:t>
                      </a:r>
                      <a:endParaRPr lang="en-US" sz="1600" dirty="0">
                        <a:latin typeface="IBM Plex Mono" charset="0"/>
                        <a:ea typeface="IBM Plex Mono" charset="0"/>
                        <a:cs typeface="IBM Plex Mono" charset="0"/>
                      </a:endParaRPr>
                    </a:p>
                  </a:txBody>
                  <a:tcPr marL="0" marR="45720" marT="45720" marB="45720" anchor="ctr">
                    <a:lnL w="0" cap="flat" cmpd="sng" algn="ctr">
                      <a:noFill/>
                    </a:lnL>
                    <a:lnR w="0" cap="flat" cmpd="sng" algn="ctr">
                      <a:noFill/>
                    </a:lnR>
                    <a:lnT w="0" cap="flat" cmpd="sng" algn="ctr">
                      <a:noFill/>
                    </a:lnT>
                    <a:lnB w="12700" cap="flat" cmpd="sng" algn="ctr">
                      <a:solidFill>
                        <a:srgbClr val="DCD5C6"/>
                      </a:solidFill>
                      <a:prstDash val="solid"/>
                      <a:round/>
                      <a:headEnd type="none" w="med" len="med"/>
                      <a:tailEnd type="none" w="med" len="med"/>
                    </a:lnB>
                  </a:tcPr>
                </a:tc>
                <a:tc>
                  <a:txBody>
                    <a:bodyPr/>
                    <a:lstStyle/>
                    <a:p>
                      <a:pPr algn="r" indent="0" marL="0">
                        <a:buNone/>
                      </a:pPr>
                      <a:r>
                        <a:rPr lang="en-US" sz="1600" dirty="0">
                          <a:solidFill>
                            <a:schemeClr val="tx1"/>
                          </a:solidFill>
                          <a:latin typeface="IBM Plex Mono" pitchFamily="34" charset="0"/>
                          <a:ea typeface="IBM Plex Mono" pitchFamily="34" charset="-122"/>
                          <a:cs typeface="IBM Plex Mono" pitchFamily="34" charset="-120"/>
                        </a:rPr>
                        <a:t>[x.y]</a:t>
                      </a:r>
                      <a:endParaRPr lang="en-US" sz="1600" dirty="0">
                        <a:latin typeface="IBM Plex Mono" charset="0"/>
                        <a:ea typeface="IBM Plex Mono" charset="0"/>
                        <a:cs typeface="IBM Plex Mono" charset="0"/>
                      </a:endParaRPr>
                    </a:p>
                  </a:txBody>
                  <a:tcPr marL="0" marR="45720" marT="45720" marB="45720" anchor="ctr">
                    <a:lnL w="0" cap="flat" cmpd="sng" algn="ctr">
                      <a:noFill/>
                    </a:lnL>
                    <a:lnR w="0" cap="flat" cmpd="sng" algn="ctr">
                      <a:noFill/>
                    </a:lnR>
                    <a:lnT w="0" cap="flat" cmpd="sng" algn="ctr">
                      <a:noFill/>
                    </a:lnT>
                    <a:lnB w="12700" cap="flat" cmpd="sng" algn="ctr">
                      <a:solidFill>
                        <a:srgbClr val="DCD5C6"/>
                      </a:solidFill>
                      <a:prstDash val="solid"/>
                      <a:round/>
                      <a:headEnd type="none" w="med" len="med"/>
                      <a:tailEnd type="none" w="med" len="med"/>
                    </a:lnB>
                  </a:tcPr>
                </a:tc>
                <a:tc>
                  <a:txBody>
                    <a:bodyPr/>
                    <a:lstStyle/>
                    <a:p>
                      <a:pPr algn="r" indent="0" marL="0">
                        <a:buNone/>
                      </a:pPr>
                      <a:r>
                        <a:rPr lang="en-US" sz="1600" dirty="0">
                          <a:solidFill>
                            <a:schemeClr val="tx1"/>
                          </a:solidFill>
                          <a:latin typeface="IBM Plex Mono" pitchFamily="34" charset="0"/>
                          <a:ea typeface="IBM Plex Mono" pitchFamily="34" charset="-122"/>
                          <a:cs typeface="IBM Plex Mono" pitchFamily="34" charset="-120"/>
                        </a:rPr>
                        <a:t>[version]</a:t>
                      </a:r>
                      <a:endParaRPr lang="en-US" sz="1600" dirty="0">
                        <a:latin typeface="IBM Plex Mono" charset="0"/>
                        <a:ea typeface="IBM Plex Mono" charset="0"/>
                        <a:cs typeface="IBM Plex Mono" charset="0"/>
                      </a:endParaRPr>
                    </a:p>
                  </a:txBody>
                  <a:tcPr marL="0" marR="45720" marT="45720" marB="45720" anchor="ctr">
                    <a:lnL w="0" cap="flat" cmpd="sng" algn="ctr">
                      <a:noFill/>
                    </a:lnL>
                    <a:lnR w="0" cap="flat" cmpd="sng" algn="ctr">
                      <a:noFill/>
                    </a:lnR>
                    <a:lnT w="0" cap="flat" cmpd="sng" algn="ctr">
                      <a:noFill/>
                    </a:lnT>
                    <a:lnB w="12700" cap="flat" cmpd="sng" algn="ctr">
                      <a:solidFill>
                        <a:srgbClr val="DCD5C6"/>
                      </a:solidFill>
                      <a:prstDash val="solid"/>
                      <a:round/>
                      <a:headEnd type="none" w="med" len="med"/>
                      <a:tailEnd type="none" w="med" len="med"/>
                    </a:lnB>
                  </a:tcPr>
                </a:tc>
              </a:tr>
              <a:tr h="502920">
                <a:tc>
                  <a:txBody>
                    <a:bodyPr/>
                    <a:lstStyle/>
                    <a:p>
                      <a:pPr indent="0" marL="0">
                        <a:buNone/>
                      </a:pPr>
                      <a:r>
                        <a:rPr lang="en-US" sz="1600" dirty="0">
                          <a:solidFill>
                            <a:schemeClr val="tx1"/>
                          </a:solidFill>
                          <a:latin typeface="IBM Plex Mono" pitchFamily="34" charset="0"/>
                          <a:ea typeface="IBM Plex Mono" pitchFamily="34" charset="-122"/>
                          <a:cs typeface="IBM Plex Mono" pitchFamily="34" charset="-120"/>
                        </a:rPr>
                        <a:t>web-token/jwt-framework</a:t>
                      </a:r>
                      <a:endParaRPr lang="en-US" sz="1600" dirty="0">
                        <a:latin typeface="IBM Plex Mono" charset="0"/>
                        <a:ea typeface="IBM Plex Mono" charset="0"/>
                        <a:cs typeface="IBM Plex Mono" charset="0"/>
                      </a:endParaRPr>
                    </a:p>
                  </a:txBody>
                  <a:tcPr marL="0" marR="45720" marT="45720" marB="45720" anchor="ctr">
                    <a:lnL w="0" cap="flat" cmpd="sng" algn="ctr">
                      <a:noFill/>
                    </a:lnL>
                    <a:lnR w="0" cap="flat" cmpd="sng" algn="ctr">
                      <a:noFill/>
                    </a:lnR>
                    <a:lnT w="0" cap="flat" cmpd="sng" algn="ctr">
                      <a:noFill/>
                    </a:lnT>
                    <a:lnB w="12700" cap="flat" cmpd="sng" algn="ctr">
                      <a:solidFill>
                        <a:srgbClr val="DCD5C6"/>
                      </a:solidFill>
                      <a:prstDash val="solid"/>
                      <a:round/>
                      <a:headEnd type="none" w="med" len="med"/>
                      <a:tailEnd type="none" w="med" len="med"/>
                    </a:lnB>
                  </a:tcPr>
                </a:tc>
                <a:tc>
                  <a:txBody>
                    <a:bodyPr/>
                    <a:lstStyle/>
                    <a:p>
                      <a:pPr algn="r" indent="0" marL="0">
                        <a:buNone/>
                      </a:pPr>
                      <a:r>
                        <a:rPr lang="en-US" sz="1600" dirty="0">
                          <a:solidFill>
                            <a:schemeClr val="tx1"/>
                          </a:solidFill>
                          <a:latin typeface="IBM Plex Mono" pitchFamily="34" charset="0"/>
                          <a:ea typeface="IBM Plex Mono" pitchFamily="34" charset="-122"/>
                          <a:cs typeface="IBM Plex Mono" pitchFamily="34" charset="-120"/>
                        </a:rPr>
                        <a:t>[x.y]</a:t>
                      </a:r>
                      <a:endParaRPr lang="en-US" sz="1600" dirty="0">
                        <a:latin typeface="IBM Plex Mono" charset="0"/>
                        <a:ea typeface="IBM Plex Mono" charset="0"/>
                        <a:cs typeface="IBM Plex Mono" charset="0"/>
                      </a:endParaRPr>
                    </a:p>
                  </a:txBody>
                  <a:tcPr marL="0" marR="45720" marT="45720" marB="45720" anchor="ctr">
                    <a:lnL w="0" cap="flat" cmpd="sng" algn="ctr">
                      <a:noFill/>
                    </a:lnL>
                    <a:lnR w="0" cap="flat" cmpd="sng" algn="ctr">
                      <a:noFill/>
                    </a:lnR>
                    <a:lnT w="0" cap="flat" cmpd="sng" algn="ctr">
                      <a:noFill/>
                    </a:lnT>
                    <a:lnB w="12700" cap="flat" cmpd="sng" algn="ctr">
                      <a:solidFill>
                        <a:srgbClr val="DCD5C6"/>
                      </a:solidFill>
                      <a:prstDash val="solid"/>
                      <a:round/>
                      <a:headEnd type="none" w="med" len="med"/>
                      <a:tailEnd type="none" w="med" len="med"/>
                    </a:lnB>
                  </a:tcPr>
                </a:tc>
                <a:tc>
                  <a:txBody>
                    <a:bodyPr/>
                    <a:lstStyle/>
                    <a:p>
                      <a:pPr algn="r" indent="0" marL="0">
                        <a:buNone/>
                      </a:pPr>
                      <a:r>
                        <a:rPr lang="en-US" sz="1600" dirty="0">
                          <a:solidFill>
                            <a:schemeClr val="tx1"/>
                          </a:solidFill>
                          <a:latin typeface="IBM Plex Mono" pitchFamily="34" charset="0"/>
                          <a:ea typeface="IBM Plex Mono" pitchFamily="34" charset="-122"/>
                          <a:cs typeface="IBM Plex Mono" pitchFamily="34" charset="-120"/>
                        </a:rPr>
                        <a:t>[version]</a:t>
                      </a:r>
                      <a:endParaRPr lang="en-US" sz="1600" dirty="0">
                        <a:latin typeface="IBM Plex Mono" charset="0"/>
                        <a:ea typeface="IBM Plex Mono" charset="0"/>
                        <a:cs typeface="IBM Plex Mono" charset="0"/>
                      </a:endParaRPr>
                    </a:p>
                  </a:txBody>
                  <a:tcPr marL="0" marR="45720" marT="45720" marB="45720" anchor="ctr">
                    <a:lnL w="0" cap="flat" cmpd="sng" algn="ctr">
                      <a:noFill/>
                    </a:lnL>
                    <a:lnR w="0" cap="flat" cmpd="sng" algn="ctr">
                      <a:noFill/>
                    </a:lnR>
                    <a:lnT w="0" cap="flat" cmpd="sng" algn="ctr">
                      <a:noFill/>
                    </a:lnT>
                    <a:lnB w="12700" cap="flat" cmpd="sng" algn="ctr">
                      <a:solidFill>
                        <a:srgbClr val="DCD5C6"/>
                      </a:solidFill>
                      <a:prstDash val="solid"/>
                      <a:round/>
                      <a:headEnd type="none" w="med" len="med"/>
                      <a:tailEnd type="none" w="med" len="med"/>
                    </a:lnB>
                  </a:tcPr>
                </a:tc>
              </a:tr>
              <a:tr h="502920">
                <a:tc>
                  <a:txBody>
                    <a:bodyPr/>
                    <a:lstStyle/>
                    <a:p>
                      <a:pPr indent="0" marL="0">
                        <a:buNone/>
                      </a:pPr>
                      <a:r>
                        <a:rPr lang="en-US" sz="1600" dirty="0">
                          <a:solidFill>
                            <a:schemeClr val="tx1"/>
                          </a:solidFill>
                          <a:latin typeface="IBM Plex Mono" pitchFamily="34" charset="0"/>
                          <a:ea typeface="IBM Plex Mono" pitchFamily="34" charset="-122"/>
                          <a:cs typeface="IBM Plex Mono" pitchFamily="34" charset="-120"/>
                        </a:rPr>
                        <a:t>spomky-labs/otphp</a:t>
                      </a:r>
                      <a:endParaRPr lang="en-US" sz="1600" dirty="0">
                        <a:latin typeface="IBM Plex Mono" charset="0"/>
                        <a:ea typeface="IBM Plex Mono" charset="0"/>
                        <a:cs typeface="IBM Plex Mono" charset="0"/>
                      </a:endParaRPr>
                    </a:p>
                  </a:txBody>
                  <a:tcPr marL="0" marR="45720" marT="45720" marB="45720" anchor="ctr">
                    <a:lnL w="0" cap="flat" cmpd="sng" algn="ctr">
                      <a:noFill/>
                    </a:lnL>
                    <a:lnR w="0" cap="flat" cmpd="sng" algn="ctr">
                      <a:noFill/>
                    </a:lnR>
                    <a:lnT w="0" cap="flat" cmpd="sng" algn="ctr">
                      <a:noFill/>
                    </a:lnT>
                    <a:lnB w="12700" cap="flat" cmpd="sng" algn="ctr">
                      <a:solidFill>
                        <a:srgbClr val="DCD5C6"/>
                      </a:solidFill>
                      <a:prstDash val="solid"/>
                      <a:round/>
                      <a:headEnd type="none" w="med" len="med"/>
                      <a:tailEnd type="none" w="med" len="med"/>
                    </a:lnB>
                  </a:tcPr>
                </a:tc>
                <a:tc>
                  <a:txBody>
                    <a:bodyPr/>
                    <a:lstStyle/>
                    <a:p>
                      <a:pPr algn="r" indent="0" marL="0">
                        <a:buNone/>
                      </a:pPr>
                      <a:r>
                        <a:rPr lang="en-US" sz="1600" dirty="0">
                          <a:solidFill>
                            <a:schemeClr val="tx1"/>
                          </a:solidFill>
                          <a:latin typeface="IBM Plex Mono" pitchFamily="34" charset="0"/>
                          <a:ea typeface="IBM Plex Mono" pitchFamily="34" charset="-122"/>
                          <a:cs typeface="IBM Plex Mono" pitchFamily="34" charset="-120"/>
                        </a:rPr>
                        <a:t>[x.y]</a:t>
                      </a:r>
                      <a:endParaRPr lang="en-US" sz="1600" dirty="0">
                        <a:latin typeface="IBM Plex Mono" charset="0"/>
                        <a:ea typeface="IBM Plex Mono" charset="0"/>
                        <a:cs typeface="IBM Plex Mono" charset="0"/>
                      </a:endParaRPr>
                    </a:p>
                  </a:txBody>
                  <a:tcPr marL="0" marR="45720" marT="45720" marB="45720" anchor="ctr">
                    <a:lnL w="0" cap="flat" cmpd="sng" algn="ctr">
                      <a:noFill/>
                    </a:lnL>
                    <a:lnR w="0" cap="flat" cmpd="sng" algn="ctr">
                      <a:noFill/>
                    </a:lnR>
                    <a:lnT w="0" cap="flat" cmpd="sng" algn="ctr">
                      <a:noFill/>
                    </a:lnT>
                    <a:lnB w="12700" cap="flat" cmpd="sng" algn="ctr">
                      <a:solidFill>
                        <a:srgbClr val="DCD5C6"/>
                      </a:solidFill>
                      <a:prstDash val="solid"/>
                      <a:round/>
                      <a:headEnd type="none" w="med" len="med"/>
                      <a:tailEnd type="none" w="med" len="med"/>
                    </a:lnB>
                  </a:tcPr>
                </a:tc>
                <a:tc>
                  <a:txBody>
                    <a:bodyPr/>
                    <a:lstStyle/>
                    <a:p>
                      <a:pPr algn="r" indent="0" marL="0">
                        <a:buNone/>
                      </a:pPr>
                      <a:r>
                        <a:rPr lang="en-US" sz="1600" dirty="0">
                          <a:solidFill>
                            <a:schemeClr val="tx1"/>
                          </a:solidFill>
                          <a:latin typeface="IBM Plex Mono" pitchFamily="34" charset="0"/>
                          <a:ea typeface="IBM Plex Mono" pitchFamily="34" charset="-122"/>
                          <a:cs typeface="IBM Plex Mono" pitchFamily="34" charset="-120"/>
                        </a:rPr>
                        <a:t>[version]</a:t>
                      </a:r>
                      <a:endParaRPr lang="en-US" sz="1600" dirty="0">
                        <a:latin typeface="IBM Plex Mono" charset="0"/>
                        <a:ea typeface="IBM Plex Mono" charset="0"/>
                        <a:cs typeface="IBM Plex Mono" charset="0"/>
                      </a:endParaRPr>
                    </a:p>
                  </a:txBody>
                  <a:tcPr marL="0" marR="45720" marT="45720" marB="45720" anchor="ctr">
                    <a:lnL w="0" cap="flat" cmpd="sng" algn="ctr">
                      <a:noFill/>
                    </a:lnL>
                    <a:lnR w="0" cap="flat" cmpd="sng" algn="ctr">
                      <a:noFill/>
                    </a:lnR>
                    <a:lnT w="0" cap="flat" cmpd="sng" algn="ctr">
                      <a:noFill/>
                    </a:lnT>
                    <a:lnB w="12700" cap="flat" cmpd="sng" algn="ctr">
                      <a:solidFill>
                        <a:srgbClr val="DCD5C6"/>
                      </a:solidFill>
                      <a:prstDash val="solid"/>
                      <a:round/>
                      <a:headEnd type="none" w="med" len="med"/>
                      <a:tailEnd type="none" w="med" len="med"/>
                    </a:lnB>
                  </a:tcPr>
                </a:tc>
              </a:tr>
              <a:tr h="502920">
                <a:tc>
                  <a:txBody>
                    <a:bodyPr/>
                    <a:lstStyle/>
                    <a:p>
                      <a:pPr indent="0" marL="0">
                        <a:buNone/>
                      </a:pPr>
                      <a:r>
                        <a:rPr lang="en-US" sz="1600" dirty="0">
                          <a:solidFill>
                            <a:schemeClr val="tx1"/>
                          </a:solidFill>
                          <a:latin typeface="IBM Plex Mono" pitchFamily="34" charset="0"/>
                          <a:ea typeface="IBM Plex Mono" pitchFamily="34" charset="-122"/>
                          <a:cs typeface="IBM Plex Mono" pitchFamily="34" charset="-120"/>
                        </a:rPr>
                        <a:t>spomky-labs/cbor-php</a:t>
                      </a:r>
                      <a:endParaRPr lang="en-US" sz="1600" dirty="0">
                        <a:latin typeface="IBM Plex Mono" charset="0"/>
                        <a:ea typeface="IBM Plex Mono" charset="0"/>
                        <a:cs typeface="IBM Plex Mono" charset="0"/>
                      </a:endParaRPr>
                    </a:p>
                  </a:txBody>
                  <a:tcPr marL="0" marR="45720" marT="45720" marB="45720" anchor="ctr">
                    <a:lnL w="0" cap="flat" cmpd="sng" algn="ctr">
                      <a:noFill/>
                    </a:lnL>
                    <a:lnR w="0" cap="flat" cmpd="sng" algn="ctr">
                      <a:noFill/>
                    </a:lnR>
                    <a:lnT w="0" cap="flat" cmpd="sng" algn="ctr">
                      <a:noFill/>
                    </a:lnT>
                    <a:lnB w="12700" cap="flat" cmpd="sng" algn="ctr">
                      <a:solidFill>
                        <a:srgbClr val="DCD5C6"/>
                      </a:solidFill>
                      <a:prstDash val="solid"/>
                      <a:round/>
                      <a:headEnd type="none" w="med" len="med"/>
                      <a:tailEnd type="none" w="med" len="med"/>
                    </a:lnB>
                  </a:tcPr>
                </a:tc>
                <a:tc>
                  <a:txBody>
                    <a:bodyPr/>
                    <a:lstStyle/>
                    <a:p>
                      <a:pPr algn="r" indent="0" marL="0">
                        <a:buNone/>
                      </a:pPr>
                      <a:r>
                        <a:rPr lang="en-US" sz="1600" dirty="0">
                          <a:solidFill>
                            <a:schemeClr val="tx1"/>
                          </a:solidFill>
                          <a:latin typeface="IBM Plex Mono" pitchFamily="34" charset="0"/>
                          <a:ea typeface="IBM Plex Mono" pitchFamily="34" charset="-122"/>
                          <a:cs typeface="IBM Plex Mono" pitchFamily="34" charset="-120"/>
                        </a:rPr>
                        <a:t>[x.y]</a:t>
                      </a:r>
                      <a:endParaRPr lang="en-US" sz="1600" dirty="0">
                        <a:latin typeface="IBM Plex Mono" charset="0"/>
                        <a:ea typeface="IBM Plex Mono" charset="0"/>
                        <a:cs typeface="IBM Plex Mono" charset="0"/>
                      </a:endParaRPr>
                    </a:p>
                  </a:txBody>
                  <a:tcPr marL="0" marR="45720" marT="45720" marB="45720" anchor="ctr">
                    <a:lnL w="0" cap="flat" cmpd="sng" algn="ctr">
                      <a:noFill/>
                    </a:lnL>
                    <a:lnR w="0" cap="flat" cmpd="sng" algn="ctr">
                      <a:noFill/>
                    </a:lnR>
                    <a:lnT w="0" cap="flat" cmpd="sng" algn="ctr">
                      <a:noFill/>
                    </a:lnT>
                    <a:lnB w="12700" cap="flat" cmpd="sng" algn="ctr">
                      <a:solidFill>
                        <a:srgbClr val="DCD5C6"/>
                      </a:solidFill>
                      <a:prstDash val="solid"/>
                      <a:round/>
                      <a:headEnd type="none" w="med" len="med"/>
                      <a:tailEnd type="none" w="med" len="med"/>
                    </a:lnB>
                  </a:tcPr>
                </a:tc>
                <a:tc>
                  <a:txBody>
                    <a:bodyPr/>
                    <a:lstStyle/>
                    <a:p>
                      <a:pPr algn="r" indent="0" marL="0">
                        <a:buNone/>
                      </a:pPr>
                      <a:r>
                        <a:rPr lang="en-US" sz="1600" dirty="0">
                          <a:solidFill>
                            <a:schemeClr val="tx1"/>
                          </a:solidFill>
                          <a:latin typeface="IBM Plex Mono" pitchFamily="34" charset="0"/>
                          <a:ea typeface="IBM Plex Mono" pitchFamily="34" charset="-122"/>
                          <a:cs typeface="IBM Plex Mono" pitchFamily="34" charset="-120"/>
                        </a:rPr>
                        <a:t>[version]</a:t>
                      </a:r>
                      <a:endParaRPr lang="en-US" sz="1600" dirty="0">
                        <a:latin typeface="IBM Plex Mono" charset="0"/>
                        <a:ea typeface="IBM Plex Mono" charset="0"/>
                        <a:cs typeface="IBM Plex Mono" charset="0"/>
                      </a:endParaRPr>
                    </a:p>
                  </a:txBody>
                  <a:tcPr marL="0" marR="45720" marT="45720" marB="45720" anchor="ctr">
                    <a:lnL w="0" cap="flat" cmpd="sng" algn="ctr">
                      <a:noFill/>
                    </a:lnL>
                    <a:lnR w="0" cap="flat" cmpd="sng" algn="ctr">
                      <a:noFill/>
                    </a:lnR>
                    <a:lnT w="0" cap="flat" cmpd="sng" algn="ctr">
                      <a:noFill/>
                    </a:lnT>
                    <a:lnB w="12700" cap="flat" cmpd="sng" algn="ctr">
                      <a:solidFill>
                        <a:srgbClr val="DCD5C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591495" y="6126480"/>
            <a:ext cx="91440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E5B56"/>
                </a:solidFill>
                <a:latin typeface="IBM Plex Mono"/>
                <a:ea typeface="IBM Plex Mono"/>
                <a:cs typeface="IBM Plex Mono"/>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685800" y="548640"/>
            <a:ext cx="10789920" cy="822960"/>
          </a:xfrm>
          <a:prstGeom prst="rect">
            <a:avLst/>
          </a:prstGeom>
          <a:noFill/>
          <a:ln/>
        </p:spPr>
        <p:txBody>
          <a:bodyPr wrap="square" lIns="0" tIns="0" rIns="0" bIns="0" rtlCol="0" anchor="t"/>
          <a:lstStyle/>
          <a:p>
            <a:pPr algn="l" indent="0" marL="0">
              <a:buNone/>
            </a:pPr>
            <a:r>
              <a:rPr lang="en-US" sz="4000" b="1" dirty="0">
                <a:solidFill>
                  <a:schemeClr val="tx1"/>
                </a:solidFill>
                <a:latin typeface="Space Grotesk" pitchFamily="34" charset="0"/>
                <a:ea typeface="Space Grotesk" pitchFamily="34" charset="-122"/>
                <a:cs typeface="Space Grotesk" pitchFamily="34" charset="-120"/>
              </a:rPr>
              <a:t>Signing in, in three steps</a:t>
            </a:r>
            <a:endParaRPr lang="en-US" sz="4000" dirty="0"/>
          </a:p>
        </p:txBody>
      </p:sp>
      <p:sp>
        <p:nvSpPr>
          <p:cNvPr id="3" name="Text 1"/>
          <p:cNvSpPr/>
          <p:nvPr>
            <p:ph idx="102" type="body" hasCustomPrompt="1"/>
          </p:nvPr>
        </p:nvSpPr>
        <p:spPr>
          <a:xfrm>
            <a:off x="685800" y="1920240"/>
            <a:ext cx="3362858" cy="365760"/>
          </a:xfrm>
          <a:prstGeom prst="rect">
            <a:avLst/>
          </a:prstGeom>
          <a:noFill/>
          <a:ln/>
        </p:spPr>
        <p:txBody>
          <a:bodyPr wrap="square" lIns="0" tIns="0" rIns="0" bIns="0" rtlCol="0" anchor="t"/>
          <a:lstStyle/>
          <a:p>
            <a:pPr algn="l" indent="0" marL="0">
              <a:buNone/>
            </a:pPr>
            <a:r>
              <a:rPr lang="en-US" sz="1600" b="1" dirty="0">
                <a:solidFill>
                  <a:schemeClr val="tx2"/>
                </a:solidFill>
                <a:latin typeface="IBM Plex Mono" pitchFamily="34" charset="0"/>
                <a:ea typeface="IBM Plex Mono" pitchFamily="34" charset="-122"/>
                <a:cs typeface="IBM Plex Mono" pitchFamily="34" charset="-120"/>
              </a:rPr>
              <a:t>01</a:t>
            </a:r>
            <a:endParaRPr lang="en-US" sz="1600" dirty="0"/>
          </a:p>
        </p:txBody>
      </p:sp>
      <p:sp>
        <p:nvSpPr>
          <p:cNvPr id="4" name="Text 1"/>
          <p:cNvSpPr/>
          <p:nvPr>
            <p:ph idx="103" type="body" hasCustomPrompt="1"/>
          </p:nvPr>
        </p:nvSpPr>
        <p:spPr>
          <a:xfrm>
            <a:off x="685800" y="2377440"/>
            <a:ext cx="3362858" cy="868680"/>
          </a:xfrm>
          <a:prstGeom prst="rect">
            <a:avLst/>
          </a:prstGeom>
          <a:noFill/>
          <a:ln/>
        </p:spPr>
        <p:txBody>
          <a:bodyPr wrap="square" lIns="0" tIns="0" rIns="0" bIns="0" rtlCol="0" anchor="t"/>
          <a:lstStyle/>
          <a:p>
            <a:pPr algn="l" indent="0" marL="0">
              <a:buNone/>
            </a:pPr>
            <a:r>
              <a:rPr lang="en-US" sz="2400" b="1" dirty="0">
                <a:solidFill>
                  <a:schemeClr val="tx1"/>
                </a:solidFill>
                <a:latin typeface="Space Grotesk" pitchFamily="34" charset="0"/>
                <a:ea typeface="Space Grotesk" pitchFamily="34" charset="-122"/>
                <a:cs typeface="Space Grotesk" pitchFamily="34" charset="-120"/>
              </a:rPr>
              <a:t>Challenge</a:t>
            </a:r>
            <a:endParaRPr lang="en-US" sz="2400" dirty="0"/>
          </a:p>
        </p:txBody>
      </p:sp>
      <p:sp>
        <p:nvSpPr>
          <p:cNvPr id="5" name="Text 1"/>
          <p:cNvSpPr/>
          <p:nvPr>
            <p:ph idx="104" type="body" hasCustomPrompt="1"/>
          </p:nvPr>
        </p:nvSpPr>
        <p:spPr>
          <a:xfrm>
            <a:off x="685800" y="3337560"/>
            <a:ext cx="3362858" cy="2423160"/>
          </a:xfrm>
          <a:prstGeom prst="rect">
            <a:avLst/>
          </a:prstGeom>
          <a:noFill/>
          <a:ln/>
        </p:spPr>
        <p:txBody>
          <a:bodyPr wrap="square" lIns="0" tIns="0" rIns="0" bIns="0" rtlCol="0" anchor="t"/>
          <a:lstStyle/>
          <a:p>
            <a:pPr algn="l" indent="0" marL="0">
              <a:buNone/>
            </a:pPr>
            <a:r>
              <a:rPr lang="en-US" sz="2000" dirty="0">
                <a:solidFill>
                  <a:schemeClr val="tx1"/>
                </a:solidFill>
                <a:latin typeface="Space Grotesk" pitchFamily="34" charset="0"/>
                <a:ea typeface="Space Grotesk" pitchFamily="34" charset="-122"/>
                <a:cs typeface="Space Grotesk" pitchFamily="34" charset="-120"/>
              </a:rPr>
              <a:t>The server sends a random challenge</a:t>
            </a:r>
            <a:endParaRPr lang="en-US" sz="2000" dirty="0"/>
          </a:p>
        </p:txBody>
      </p:sp>
      <p:sp>
        <p:nvSpPr>
          <p:cNvPr id="6" name="Text 2"/>
          <p:cNvSpPr/>
          <p:nvPr>
            <p:ph idx="106" type="body" hasCustomPrompt="1"/>
          </p:nvPr>
        </p:nvSpPr>
        <p:spPr>
          <a:xfrm>
            <a:off x="4414418" y="1920240"/>
            <a:ext cx="3362858" cy="365760"/>
          </a:xfrm>
          <a:prstGeom prst="rect">
            <a:avLst/>
          </a:prstGeom>
          <a:noFill/>
          <a:ln/>
        </p:spPr>
        <p:txBody>
          <a:bodyPr wrap="square" lIns="0" tIns="0" rIns="0" bIns="0" rtlCol="0" anchor="t"/>
          <a:lstStyle/>
          <a:p>
            <a:pPr algn="l" indent="0" marL="0">
              <a:buNone/>
            </a:pPr>
            <a:r>
              <a:rPr lang="en-US" sz="1600" b="1" dirty="0">
                <a:solidFill>
                  <a:schemeClr val="tx2"/>
                </a:solidFill>
                <a:latin typeface="IBM Plex Mono" pitchFamily="34" charset="0"/>
                <a:ea typeface="IBM Plex Mono" pitchFamily="34" charset="-122"/>
                <a:cs typeface="IBM Plex Mono" pitchFamily="34" charset="-120"/>
              </a:rPr>
              <a:t>02</a:t>
            </a:r>
            <a:endParaRPr lang="en-US" sz="1600" dirty="0"/>
          </a:p>
        </p:txBody>
      </p:sp>
      <p:sp>
        <p:nvSpPr>
          <p:cNvPr id="7" name="Text 2"/>
          <p:cNvSpPr/>
          <p:nvPr>
            <p:ph idx="107" type="body" hasCustomPrompt="1"/>
          </p:nvPr>
        </p:nvSpPr>
        <p:spPr>
          <a:xfrm>
            <a:off x="4414418" y="2377440"/>
            <a:ext cx="3362858" cy="868680"/>
          </a:xfrm>
          <a:prstGeom prst="rect">
            <a:avLst/>
          </a:prstGeom>
          <a:noFill/>
          <a:ln/>
        </p:spPr>
        <p:txBody>
          <a:bodyPr wrap="square" lIns="0" tIns="0" rIns="0" bIns="0" rtlCol="0" anchor="t"/>
          <a:lstStyle/>
          <a:p>
            <a:pPr algn="l" indent="0" marL="0">
              <a:buNone/>
            </a:pPr>
            <a:r>
              <a:rPr lang="en-US" sz="2400" b="1" dirty="0">
                <a:solidFill>
                  <a:schemeClr val="tx1"/>
                </a:solidFill>
                <a:latin typeface="Space Grotesk" pitchFamily="34" charset="0"/>
                <a:ea typeface="Space Grotesk" pitchFamily="34" charset="-122"/>
                <a:cs typeface="Space Grotesk" pitchFamily="34" charset="-120"/>
              </a:rPr>
              <a:t>Sign</a:t>
            </a:r>
            <a:endParaRPr lang="en-US" sz="2400" dirty="0"/>
          </a:p>
        </p:txBody>
      </p:sp>
      <p:sp>
        <p:nvSpPr>
          <p:cNvPr id="8" name="Text 2"/>
          <p:cNvSpPr/>
          <p:nvPr>
            <p:ph idx="108" type="body" hasCustomPrompt="1"/>
          </p:nvPr>
        </p:nvSpPr>
        <p:spPr>
          <a:xfrm>
            <a:off x="4414418" y="3337560"/>
            <a:ext cx="3362858" cy="2423160"/>
          </a:xfrm>
          <a:prstGeom prst="rect">
            <a:avLst/>
          </a:prstGeom>
          <a:noFill/>
          <a:ln/>
        </p:spPr>
        <p:txBody>
          <a:bodyPr wrap="square" lIns="0" tIns="0" rIns="0" bIns="0" rtlCol="0" anchor="t"/>
          <a:lstStyle/>
          <a:p>
            <a:pPr algn="l" indent="0" marL="0">
              <a:buNone/>
            </a:pPr>
            <a:r>
              <a:rPr lang="en-US" sz="2000" dirty="0">
                <a:solidFill>
                  <a:schemeClr val="tx1"/>
                </a:solidFill>
                <a:latin typeface="Space Grotesk" pitchFamily="34" charset="0"/>
                <a:ea typeface="Space Grotesk" pitchFamily="34" charset="-122"/>
                <a:cs typeface="Space Grotesk" pitchFamily="34" charset="-120"/>
              </a:rPr>
              <a:t>The device signs it once the user unlocks it</a:t>
            </a:r>
            <a:endParaRPr lang="en-US" sz="2000" dirty="0"/>
          </a:p>
        </p:txBody>
      </p:sp>
      <p:sp>
        <p:nvSpPr>
          <p:cNvPr id="9" name="Text 3"/>
          <p:cNvSpPr/>
          <p:nvPr>
            <p:ph idx="110" type="body" hasCustomPrompt="1"/>
          </p:nvPr>
        </p:nvSpPr>
        <p:spPr>
          <a:xfrm>
            <a:off x="8143037" y="1920240"/>
            <a:ext cx="3362858" cy="365760"/>
          </a:xfrm>
          <a:prstGeom prst="rect">
            <a:avLst/>
          </a:prstGeom>
          <a:noFill/>
          <a:ln/>
        </p:spPr>
        <p:txBody>
          <a:bodyPr wrap="square" lIns="0" tIns="0" rIns="0" bIns="0" rtlCol="0" anchor="t"/>
          <a:lstStyle/>
          <a:p>
            <a:pPr algn="l" indent="0" marL="0">
              <a:buNone/>
            </a:pPr>
            <a:r>
              <a:rPr lang="en-US" sz="1600" b="1" dirty="0">
                <a:solidFill>
                  <a:schemeClr val="tx2"/>
                </a:solidFill>
                <a:latin typeface="IBM Plex Mono" pitchFamily="34" charset="0"/>
                <a:ea typeface="IBM Plex Mono" pitchFamily="34" charset="-122"/>
                <a:cs typeface="IBM Plex Mono" pitchFamily="34" charset="-120"/>
              </a:rPr>
              <a:t>03</a:t>
            </a:r>
            <a:endParaRPr lang="en-US" sz="1600" dirty="0"/>
          </a:p>
        </p:txBody>
      </p:sp>
      <p:sp>
        <p:nvSpPr>
          <p:cNvPr id="10" name="Text 3"/>
          <p:cNvSpPr/>
          <p:nvPr>
            <p:ph idx="111" type="body" hasCustomPrompt="1"/>
          </p:nvPr>
        </p:nvSpPr>
        <p:spPr>
          <a:xfrm>
            <a:off x="8143037" y="2377440"/>
            <a:ext cx="3362858" cy="868680"/>
          </a:xfrm>
          <a:prstGeom prst="rect">
            <a:avLst/>
          </a:prstGeom>
          <a:noFill/>
          <a:ln/>
        </p:spPr>
        <p:txBody>
          <a:bodyPr wrap="square" lIns="0" tIns="0" rIns="0" bIns="0" rtlCol="0" anchor="t"/>
          <a:lstStyle/>
          <a:p>
            <a:pPr algn="l" indent="0" marL="0">
              <a:buNone/>
            </a:pPr>
            <a:r>
              <a:rPr lang="en-US" sz="2400" b="1" dirty="0">
                <a:solidFill>
                  <a:schemeClr val="tx1"/>
                </a:solidFill>
                <a:latin typeface="Space Grotesk" pitchFamily="34" charset="0"/>
                <a:ea typeface="Space Grotesk" pitchFamily="34" charset="-122"/>
                <a:cs typeface="Space Grotesk" pitchFamily="34" charset="-120"/>
              </a:rPr>
              <a:t>Verify</a:t>
            </a:r>
            <a:endParaRPr lang="en-US" sz="2400" dirty="0"/>
          </a:p>
        </p:txBody>
      </p:sp>
      <p:sp>
        <p:nvSpPr>
          <p:cNvPr id="11" name="Text 3"/>
          <p:cNvSpPr/>
          <p:nvPr>
            <p:ph idx="112" type="body" hasCustomPrompt="1"/>
          </p:nvPr>
        </p:nvSpPr>
        <p:spPr>
          <a:xfrm>
            <a:off x="8143037" y="3337560"/>
            <a:ext cx="3362858" cy="2423160"/>
          </a:xfrm>
          <a:prstGeom prst="rect">
            <a:avLst/>
          </a:prstGeom>
          <a:noFill/>
          <a:ln/>
        </p:spPr>
        <p:txBody>
          <a:bodyPr wrap="square" lIns="0" tIns="0" rIns="0" bIns="0" rtlCol="0" anchor="t"/>
          <a:lstStyle/>
          <a:p>
            <a:pPr algn="l" indent="0" marL="0">
              <a:buNone/>
            </a:pPr>
            <a:r>
              <a:rPr lang="en-US" sz="2000" dirty="0">
                <a:solidFill>
                  <a:schemeClr val="tx1"/>
                </a:solidFill>
                <a:latin typeface="Space Grotesk" pitchFamily="34" charset="0"/>
                <a:ea typeface="Space Grotesk" pitchFamily="34" charset="-122"/>
                <a:cs typeface="Space Grotesk" pitchFamily="34" charset="-120"/>
              </a:rPr>
              <a:t>The server checks the signature</a:t>
            </a:r>
            <a:endParaRPr lang="en-US" sz="2000" dirty="0"/>
          </a:p>
        </p:txBody>
      </p:sp>
      <p:sp>
        <p:nvSpPr>
          <p:cNvPr id="25" name="Slide Number Placeholder 0"/>
          <p:cNvSpPr>
            <a:spLocks noGrp="1"/>
          </p:cNvSpPr>
          <p:nvPr>
            <p:ph type="sldNum" sz="quarter" idx="4294967295"/>
          </p:nvPr>
        </p:nvSpPr>
        <p:spPr>
          <a:xfrm>
            <a:off x="10591495" y="6126480"/>
            <a:ext cx="91440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E5B56"/>
                </a:solidFill>
                <a:latin typeface="IBM Plex Mono"/>
                <a:ea typeface="IBM Plex Mono"/>
                <a:cs typeface="IBM Plex Mono"/>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685800" y="548640"/>
            <a:ext cx="10789920" cy="822960"/>
          </a:xfrm>
          <a:prstGeom prst="rect">
            <a:avLst/>
          </a:prstGeom>
          <a:noFill/>
          <a:ln/>
        </p:spPr>
        <p:txBody>
          <a:bodyPr wrap="square" lIns="0" tIns="0" rIns="0" bIns="0" rtlCol="0" anchor="t"/>
          <a:lstStyle/>
          <a:p>
            <a:pPr algn="l" indent="0" marL="0">
              <a:buNone/>
            </a:pPr>
            <a:r>
              <a:rPr lang="en-US" sz="4000" b="1" dirty="0">
                <a:solidFill>
                  <a:schemeClr val="tx1"/>
                </a:solidFill>
                <a:latin typeface="Space Grotesk" pitchFamily="34" charset="0"/>
                <a:ea typeface="Space Grotesk" pitchFamily="34" charset="-122"/>
                <a:cs typeface="Space Grotesk" pitchFamily="34" charset="-120"/>
              </a:rPr>
              <a:t>Signing in, in four steps</a:t>
            </a:r>
            <a:endParaRPr lang="en-US" sz="4000" dirty="0"/>
          </a:p>
        </p:txBody>
      </p:sp>
      <p:sp>
        <p:nvSpPr>
          <p:cNvPr id="3" name="Text 1"/>
          <p:cNvSpPr/>
          <p:nvPr>
            <p:ph idx="102" type="body" hasCustomPrompt="1"/>
          </p:nvPr>
        </p:nvSpPr>
        <p:spPr>
          <a:xfrm>
            <a:off x="685800" y="1920240"/>
            <a:ext cx="2430704" cy="365760"/>
          </a:xfrm>
          <a:prstGeom prst="rect">
            <a:avLst/>
          </a:prstGeom>
          <a:noFill/>
          <a:ln/>
        </p:spPr>
        <p:txBody>
          <a:bodyPr wrap="square" lIns="0" tIns="0" rIns="0" bIns="0" rtlCol="0" anchor="t"/>
          <a:lstStyle/>
          <a:p>
            <a:pPr algn="l" indent="0" marL="0">
              <a:buNone/>
            </a:pPr>
            <a:r>
              <a:rPr lang="en-US" sz="1600" b="1" dirty="0">
                <a:solidFill>
                  <a:schemeClr val="tx2"/>
                </a:solidFill>
                <a:latin typeface="IBM Plex Mono" pitchFamily="34" charset="0"/>
                <a:ea typeface="IBM Plex Mono" pitchFamily="34" charset="-122"/>
                <a:cs typeface="IBM Plex Mono" pitchFamily="34" charset="-120"/>
              </a:rPr>
              <a:t>01</a:t>
            </a:r>
            <a:endParaRPr lang="en-US" sz="1600" dirty="0"/>
          </a:p>
        </p:txBody>
      </p:sp>
      <p:sp>
        <p:nvSpPr>
          <p:cNvPr id="4" name="Text 1"/>
          <p:cNvSpPr/>
          <p:nvPr>
            <p:ph idx="103" type="body" hasCustomPrompt="1"/>
          </p:nvPr>
        </p:nvSpPr>
        <p:spPr>
          <a:xfrm>
            <a:off x="685800" y="2377440"/>
            <a:ext cx="2430704" cy="868680"/>
          </a:xfrm>
          <a:prstGeom prst="rect">
            <a:avLst/>
          </a:prstGeom>
          <a:noFill/>
          <a:ln/>
        </p:spPr>
        <p:txBody>
          <a:bodyPr wrap="square" lIns="0" tIns="0" rIns="0" bIns="0" rtlCol="0" anchor="t"/>
          <a:lstStyle/>
          <a:p>
            <a:pPr algn="l" indent="0" marL="0">
              <a:buNone/>
            </a:pPr>
            <a:r>
              <a:rPr lang="en-US" sz="2400" b="1" dirty="0">
                <a:solidFill>
                  <a:schemeClr val="tx1"/>
                </a:solidFill>
                <a:latin typeface="Space Grotesk" pitchFamily="34" charset="0"/>
                <a:ea typeface="Space Grotesk" pitchFamily="34" charset="-122"/>
                <a:cs typeface="Space Grotesk" pitchFamily="34" charset="-120"/>
              </a:rPr>
              <a:t>Store</a:t>
            </a:r>
            <a:endParaRPr lang="en-US" sz="2400" dirty="0"/>
          </a:p>
        </p:txBody>
      </p:sp>
      <p:sp>
        <p:nvSpPr>
          <p:cNvPr id="5" name="Text 1"/>
          <p:cNvSpPr/>
          <p:nvPr>
            <p:ph idx="104" type="body" hasCustomPrompt="1"/>
          </p:nvPr>
        </p:nvSpPr>
        <p:spPr>
          <a:xfrm>
            <a:off x="685800" y="3337560"/>
            <a:ext cx="2430704" cy="2423160"/>
          </a:xfrm>
          <a:prstGeom prst="rect">
            <a:avLst/>
          </a:prstGeom>
          <a:noFill/>
          <a:ln/>
        </p:spPr>
        <p:txBody>
          <a:bodyPr wrap="square" lIns="0" tIns="0" rIns="0" bIns="0" rtlCol="0" anchor="t"/>
          <a:lstStyle/>
          <a:p>
            <a:pPr algn="l" indent="0" marL="0">
              <a:buNone/>
            </a:pPr>
            <a:r>
              <a:rPr lang="en-US" sz="2000" dirty="0">
                <a:solidFill>
                  <a:schemeClr val="tx1"/>
                </a:solidFill>
                <a:latin typeface="Space Grotesk" pitchFamily="34" charset="0"/>
                <a:ea typeface="Space Grotesk" pitchFamily="34" charset="-122"/>
                <a:cs typeface="Space Grotesk" pitchFamily="34" charset="-120"/>
              </a:rPr>
              <a:t>The server keeps the public key</a:t>
            </a:r>
            <a:endParaRPr lang="en-US" sz="2000" dirty="0"/>
          </a:p>
        </p:txBody>
      </p:sp>
      <p:sp>
        <p:nvSpPr>
          <p:cNvPr id="6" name="Text 2"/>
          <p:cNvSpPr/>
          <p:nvPr>
            <p:ph idx="106" type="body" hasCustomPrompt="1"/>
          </p:nvPr>
        </p:nvSpPr>
        <p:spPr>
          <a:xfrm>
            <a:off x="3482264" y="1920240"/>
            <a:ext cx="2430704" cy="365760"/>
          </a:xfrm>
          <a:prstGeom prst="rect">
            <a:avLst/>
          </a:prstGeom>
          <a:noFill/>
          <a:ln/>
        </p:spPr>
        <p:txBody>
          <a:bodyPr wrap="square" lIns="0" tIns="0" rIns="0" bIns="0" rtlCol="0" anchor="t"/>
          <a:lstStyle/>
          <a:p>
            <a:pPr algn="l" indent="0" marL="0">
              <a:buNone/>
            </a:pPr>
            <a:r>
              <a:rPr lang="en-US" sz="1600" b="1" dirty="0">
                <a:solidFill>
                  <a:schemeClr val="tx2"/>
                </a:solidFill>
                <a:latin typeface="IBM Plex Mono" pitchFamily="34" charset="0"/>
                <a:ea typeface="IBM Plex Mono" pitchFamily="34" charset="-122"/>
                <a:cs typeface="IBM Plex Mono" pitchFamily="34" charset="-120"/>
              </a:rPr>
              <a:t>02</a:t>
            </a:r>
            <a:endParaRPr lang="en-US" sz="1600" dirty="0"/>
          </a:p>
        </p:txBody>
      </p:sp>
      <p:sp>
        <p:nvSpPr>
          <p:cNvPr id="7" name="Text 2"/>
          <p:cNvSpPr/>
          <p:nvPr>
            <p:ph idx="107" type="body" hasCustomPrompt="1"/>
          </p:nvPr>
        </p:nvSpPr>
        <p:spPr>
          <a:xfrm>
            <a:off x="3482264" y="2377440"/>
            <a:ext cx="2430704" cy="868680"/>
          </a:xfrm>
          <a:prstGeom prst="rect">
            <a:avLst/>
          </a:prstGeom>
          <a:noFill/>
          <a:ln/>
        </p:spPr>
        <p:txBody>
          <a:bodyPr wrap="square" lIns="0" tIns="0" rIns="0" bIns="0" rtlCol="0" anchor="t"/>
          <a:lstStyle/>
          <a:p>
            <a:pPr algn="l" indent="0" marL="0">
              <a:buNone/>
            </a:pPr>
            <a:r>
              <a:rPr lang="en-US" sz="2400" b="1" dirty="0">
                <a:solidFill>
                  <a:schemeClr val="tx1"/>
                </a:solidFill>
                <a:latin typeface="Space Grotesk" pitchFamily="34" charset="0"/>
                <a:ea typeface="Space Grotesk" pitchFamily="34" charset="-122"/>
                <a:cs typeface="Space Grotesk" pitchFamily="34" charset="-120"/>
              </a:rPr>
              <a:t>Challenge</a:t>
            </a:r>
            <a:endParaRPr lang="en-US" sz="2400" dirty="0"/>
          </a:p>
        </p:txBody>
      </p:sp>
      <p:sp>
        <p:nvSpPr>
          <p:cNvPr id="8" name="Text 2"/>
          <p:cNvSpPr/>
          <p:nvPr>
            <p:ph idx="108" type="body" hasCustomPrompt="1"/>
          </p:nvPr>
        </p:nvSpPr>
        <p:spPr>
          <a:xfrm>
            <a:off x="3482264" y="3337560"/>
            <a:ext cx="2430704" cy="2423160"/>
          </a:xfrm>
          <a:prstGeom prst="rect">
            <a:avLst/>
          </a:prstGeom>
          <a:noFill/>
          <a:ln/>
        </p:spPr>
        <p:txBody>
          <a:bodyPr wrap="square" lIns="0" tIns="0" rIns="0" bIns="0" rtlCol="0" anchor="t"/>
          <a:lstStyle/>
          <a:p>
            <a:pPr algn="l" indent="0" marL="0">
              <a:buNone/>
            </a:pPr>
            <a:r>
              <a:rPr lang="en-US" sz="2000" dirty="0">
                <a:solidFill>
                  <a:schemeClr val="tx1"/>
                </a:solidFill>
                <a:latin typeface="Space Grotesk" pitchFamily="34" charset="0"/>
                <a:ea typeface="Space Grotesk" pitchFamily="34" charset="-122"/>
                <a:cs typeface="Space Grotesk" pitchFamily="34" charset="-120"/>
              </a:rPr>
              <a:t>The server sends a random challenge</a:t>
            </a:r>
            <a:endParaRPr lang="en-US" sz="2000" dirty="0"/>
          </a:p>
        </p:txBody>
      </p:sp>
      <p:sp>
        <p:nvSpPr>
          <p:cNvPr id="9" name="Text 3"/>
          <p:cNvSpPr/>
          <p:nvPr>
            <p:ph idx="110" type="body" hasCustomPrompt="1"/>
          </p:nvPr>
        </p:nvSpPr>
        <p:spPr>
          <a:xfrm>
            <a:off x="6278728" y="1920240"/>
            <a:ext cx="2430704" cy="365760"/>
          </a:xfrm>
          <a:prstGeom prst="rect">
            <a:avLst/>
          </a:prstGeom>
          <a:noFill/>
          <a:ln/>
        </p:spPr>
        <p:txBody>
          <a:bodyPr wrap="square" lIns="0" tIns="0" rIns="0" bIns="0" rtlCol="0" anchor="t"/>
          <a:lstStyle/>
          <a:p>
            <a:pPr algn="l" indent="0" marL="0">
              <a:buNone/>
            </a:pPr>
            <a:r>
              <a:rPr lang="en-US" sz="1600" b="1" dirty="0">
                <a:solidFill>
                  <a:schemeClr val="tx2"/>
                </a:solidFill>
                <a:latin typeface="IBM Plex Mono" pitchFamily="34" charset="0"/>
                <a:ea typeface="IBM Plex Mono" pitchFamily="34" charset="-122"/>
                <a:cs typeface="IBM Plex Mono" pitchFamily="34" charset="-120"/>
              </a:rPr>
              <a:t>03</a:t>
            </a:r>
            <a:endParaRPr lang="en-US" sz="1600" dirty="0"/>
          </a:p>
        </p:txBody>
      </p:sp>
      <p:sp>
        <p:nvSpPr>
          <p:cNvPr id="10" name="Text 3"/>
          <p:cNvSpPr/>
          <p:nvPr>
            <p:ph idx="111" type="body" hasCustomPrompt="1"/>
          </p:nvPr>
        </p:nvSpPr>
        <p:spPr>
          <a:xfrm>
            <a:off x="6278728" y="2377440"/>
            <a:ext cx="2430704" cy="868680"/>
          </a:xfrm>
          <a:prstGeom prst="rect">
            <a:avLst/>
          </a:prstGeom>
          <a:noFill/>
          <a:ln/>
        </p:spPr>
        <p:txBody>
          <a:bodyPr wrap="square" lIns="0" tIns="0" rIns="0" bIns="0" rtlCol="0" anchor="t"/>
          <a:lstStyle/>
          <a:p>
            <a:pPr algn="l" indent="0" marL="0">
              <a:buNone/>
            </a:pPr>
            <a:r>
              <a:rPr lang="en-US" sz="2400" b="1" dirty="0">
                <a:solidFill>
                  <a:schemeClr val="tx1"/>
                </a:solidFill>
                <a:latin typeface="Space Grotesk" pitchFamily="34" charset="0"/>
                <a:ea typeface="Space Grotesk" pitchFamily="34" charset="-122"/>
                <a:cs typeface="Space Grotesk" pitchFamily="34" charset="-120"/>
              </a:rPr>
              <a:t>Sign</a:t>
            </a:r>
            <a:endParaRPr lang="en-US" sz="2400" dirty="0"/>
          </a:p>
        </p:txBody>
      </p:sp>
      <p:sp>
        <p:nvSpPr>
          <p:cNvPr id="11" name="Text 3"/>
          <p:cNvSpPr/>
          <p:nvPr>
            <p:ph idx="112" type="body" hasCustomPrompt="1"/>
          </p:nvPr>
        </p:nvSpPr>
        <p:spPr>
          <a:xfrm>
            <a:off x="6278728" y="3337560"/>
            <a:ext cx="2430704" cy="2423160"/>
          </a:xfrm>
          <a:prstGeom prst="rect">
            <a:avLst/>
          </a:prstGeom>
          <a:noFill/>
          <a:ln/>
        </p:spPr>
        <p:txBody>
          <a:bodyPr wrap="square" lIns="0" tIns="0" rIns="0" bIns="0" rtlCol="0" anchor="t"/>
          <a:lstStyle/>
          <a:p>
            <a:pPr algn="l" indent="0" marL="0">
              <a:buNone/>
            </a:pPr>
            <a:r>
              <a:rPr lang="en-US" sz="2000" dirty="0">
                <a:solidFill>
                  <a:schemeClr val="tx1"/>
                </a:solidFill>
                <a:latin typeface="Space Grotesk" pitchFamily="34" charset="0"/>
                <a:ea typeface="Space Grotesk" pitchFamily="34" charset="-122"/>
                <a:cs typeface="Space Grotesk" pitchFamily="34" charset="-120"/>
              </a:rPr>
              <a:t>The device signs it once the user unlocks it</a:t>
            </a:r>
            <a:endParaRPr lang="en-US" sz="2000" dirty="0"/>
          </a:p>
        </p:txBody>
      </p:sp>
      <p:sp>
        <p:nvSpPr>
          <p:cNvPr id="12" name="Text 4"/>
          <p:cNvSpPr/>
          <p:nvPr>
            <p:ph idx="114" type="body" hasCustomPrompt="1"/>
          </p:nvPr>
        </p:nvSpPr>
        <p:spPr>
          <a:xfrm>
            <a:off x="9075191" y="1920240"/>
            <a:ext cx="2430704" cy="365760"/>
          </a:xfrm>
          <a:prstGeom prst="rect">
            <a:avLst/>
          </a:prstGeom>
          <a:noFill/>
          <a:ln/>
        </p:spPr>
        <p:txBody>
          <a:bodyPr wrap="square" lIns="0" tIns="0" rIns="0" bIns="0" rtlCol="0" anchor="t"/>
          <a:lstStyle/>
          <a:p>
            <a:pPr algn="l" indent="0" marL="0">
              <a:buNone/>
            </a:pPr>
            <a:r>
              <a:rPr lang="en-US" sz="1600" b="1" dirty="0">
                <a:solidFill>
                  <a:schemeClr val="tx2"/>
                </a:solidFill>
                <a:latin typeface="IBM Plex Mono" pitchFamily="34" charset="0"/>
                <a:ea typeface="IBM Plex Mono" pitchFamily="34" charset="-122"/>
                <a:cs typeface="IBM Plex Mono" pitchFamily="34" charset="-120"/>
              </a:rPr>
              <a:t>04</a:t>
            </a:r>
            <a:endParaRPr lang="en-US" sz="1600" dirty="0"/>
          </a:p>
        </p:txBody>
      </p:sp>
      <p:sp>
        <p:nvSpPr>
          <p:cNvPr id="13" name="Text 4"/>
          <p:cNvSpPr/>
          <p:nvPr>
            <p:ph idx="115" type="body" hasCustomPrompt="1"/>
          </p:nvPr>
        </p:nvSpPr>
        <p:spPr>
          <a:xfrm>
            <a:off x="9075191" y="2377440"/>
            <a:ext cx="2430704" cy="868680"/>
          </a:xfrm>
          <a:prstGeom prst="rect">
            <a:avLst/>
          </a:prstGeom>
          <a:noFill/>
          <a:ln/>
        </p:spPr>
        <p:txBody>
          <a:bodyPr wrap="square" lIns="0" tIns="0" rIns="0" bIns="0" rtlCol="0" anchor="t"/>
          <a:lstStyle/>
          <a:p>
            <a:pPr algn="l" indent="0" marL="0">
              <a:buNone/>
            </a:pPr>
            <a:r>
              <a:rPr lang="en-US" sz="2400" b="1" dirty="0">
                <a:solidFill>
                  <a:schemeClr val="tx1"/>
                </a:solidFill>
                <a:latin typeface="Space Grotesk" pitchFamily="34" charset="0"/>
                <a:ea typeface="Space Grotesk" pitchFamily="34" charset="-122"/>
                <a:cs typeface="Space Grotesk" pitchFamily="34" charset="-120"/>
              </a:rPr>
              <a:t>Verify</a:t>
            </a:r>
            <a:endParaRPr lang="en-US" sz="2400" dirty="0"/>
          </a:p>
        </p:txBody>
      </p:sp>
      <p:sp>
        <p:nvSpPr>
          <p:cNvPr id="14" name="Text 4"/>
          <p:cNvSpPr/>
          <p:nvPr>
            <p:ph idx="116" type="body" hasCustomPrompt="1"/>
          </p:nvPr>
        </p:nvSpPr>
        <p:spPr>
          <a:xfrm>
            <a:off x="9075191" y="3337560"/>
            <a:ext cx="2430704" cy="2423160"/>
          </a:xfrm>
          <a:prstGeom prst="rect">
            <a:avLst/>
          </a:prstGeom>
          <a:noFill/>
          <a:ln/>
        </p:spPr>
        <p:txBody>
          <a:bodyPr wrap="square" lIns="0" tIns="0" rIns="0" bIns="0" rtlCol="0" anchor="t"/>
          <a:lstStyle/>
          <a:p>
            <a:pPr algn="l" indent="0" marL="0">
              <a:buNone/>
            </a:pPr>
            <a:r>
              <a:rPr lang="en-US" sz="2000" dirty="0">
                <a:solidFill>
                  <a:schemeClr val="tx1"/>
                </a:solidFill>
                <a:latin typeface="Space Grotesk" pitchFamily="34" charset="0"/>
                <a:ea typeface="Space Grotesk" pitchFamily="34" charset="-122"/>
                <a:cs typeface="Space Grotesk" pitchFamily="34" charset="-120"/>
              </a:rPr>
              <a:t>The server checks the signature</a:t>
            </a:r>
            <a:endParaRPr lang="en-US" sz="2000" dirty="0"/>
          </a:p>
        </p:txBody>
      </p:sp>
      <p:sp>
        <p:nvSpPr>
          <p:cNvPr id="25" name="Slide Number Placeholder 0"/>
          <p:cNvSpPr>
            <a:spLocks noGrp="1"/>
          </p:cNvSpPr>
          <p:nvPr>
            <p:ph type="sldNum" sz="quarter" idx="4294967295"/>
          </p:nvPr>
        </p:nvSpPr>
        <p:spPr>
          <a:xfrm>
            <a:off x="10591495" y="6126480"/>
            <a:ext cx="91440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E5B56"/>
                </a:solidFill>
                <a:latin typeface="IBM Plex Mono"/>
                <a:ea typeface="IBM Plex Mono"/>
                <a:cs typeface="IBM Plex Mono"/>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685800" y="548640"/>
            <a:ext cx="10789920" cy="822960"/>
          </a:xfrm>
          <a:prstGeom prst="rect">
            <a:avLst/>
          </a:prstGeom>
          <a:noFill/>
          <a:ln/>
        </p:spPr>
        <p:txBody>
          <a:bodyPr wrap="square" lIns="0" tIns="0" rIns="0" bIns="0" rtlCol="0" anchor="t"/>
          <a:lstStyle/>
          <a:p>
            <a:pPr algn="l" indent="0" marL="0">
              <a:buNone/>
            </a:pPr>
            <a:r>
              <a:rPr lang="en-US" sz="4000" b="1" dirty="0">
                <a:solidFill>
                  <a:schemeClr val="tx1"/>
                </a:solidFill>
                <a:latin typeface="Space Grotesk" pitchFamily="34" charset="0"/>
                <a:ea typeface="Space Grotesk" pitchFamily="34" charset="-122"/>
                <a:cs typeface="Space Grotesk" pitchFamily="34" charset="-120"/>
              </a:rPr>
              <a:t>From registration to sign-in</a:t>
            </a:r>
            <a:endParaRPr lang="en-US" sz="4000" dirty="0"/>
          </a:p>
        </p:txBody>
      </p:sp>
      <p:sp>
        <p:nvSpPr>
          <p:cNvPr id="3" name="Text 1"/>
          <p:cNvSpPr/>
          <p:nvPr>
            <p:ph idx="102" type="body" hasCustomPrompt="1"/>
          </p:nvPr>
        </p:nvSpPr>
        <p:spPr>
          <a:xfrm>
            <a:off x="685800" y="1920240"/>
            <a:ext cx="1944563" cy="365760"/>
          </a:xfrm>
          <a:prstGeom prst="rect">
            <a:avLst/>
          </a:prstGeom>
          <a:noFill/>
          <a:ln/>
        </p:spPr>
        <p:txBody>
          <a:bodyPr wrap="square" lIns="0" tIns="0" rIns="0" bIns="0" rtlCol="0" anchor="t"/>
          <a:lstStyle/>
          <a:p>
            <a:pPr algn="l" indent="0" marL="0">
              <a:buNone/>
            </a:pPr>
            <a:r>
              <a:rPr lang="en-US" sz="1600" b="1" dirty="0">
                <a:solidFill>
                  <a:schemeClr val="tx2"/>
                </a:solidFill>
                <a:latin typeface="IBM Plex Mono" pitchFamily="34" charset="0"/>
                <a:ea typeface="IBM Plex Mono" pitchFamily="34" charset="-122"/>
                <a:cs typeface="IBM Plex Mono" pitchFamily="34" charset="-120"/>
              </a:rPr>
              <a:t>01</a:t>
            </a:r>
            <a:endParaRPr lang="en-US" sz="1600" dirty="0"/>
          </a:p>
        </p:txBody>
      </p:sp>
      <p:sp>
        <p:nvSpPr>
          <p:cNvPr id="4" name="Text 1"/>
          <p:cNvSpPr/>
          <p:nvPr>
            <p:ph idx="103" type="body" hasCustomPrompt="1"/>
          </p:nvPr>
        </p:nvSpPr>
        <p:spPr>
          <a:xfrm>
            <a:off x="685800" y="2377440"/>
            <a:ext cx="1944563" cy="868680"/>
          </a:xfrm>
          <a:prstGeom prst="rect">
            <a:avLst/>
          </a:prstGeom>
          <a:noFill/>
          <a:ln/>
        </p:spPr>
        <p:txBody>
          <a:bodyPr wrap="square" lIns="0" tIns="0" rIns="0" bIns="0" rtlCol="0" anchor="t"/>
          <a:lstStyle/>
          <a:p>
            <a:pPr algn="l" indent="0" marL="0">
              <a:buNone/>
            </a:pPr>
            <a:r>
              <a:rPr lang="en-US" sz="2400" b="1" dirty="0">
                <a:solidFill>
                  <a:schemeClr val="tx1"/>
                </a:solidFill>
                <a:latin typeface="Space Grotesk" pitchFamily="34" charset="0"/>
                <a:ea typeface="Space Grotesk" pitchFamily="34" charset="-122"/>
                <a:cs typeface="Space Grotesk" pitchFamily="34" charset="-120"/>
              </a:rPr>
              <a:t>Register</a:t>
            </a:r>
            <a:endParaRPr lang="en-US" sz="2400" dirty="0"/>
          </a:p>
        </p:txBody>
      </p:sp>
      <p:sp>
        <p:nvSpPr>
          <p:cNvPr id="5" name="Text 1"/>
          <p:cNvSpPr/>
          <p:nvPr>
            <p:ph idx="104" type="body" hasCustomPrompt="1"/>
          </p:nvPr>
        </p:nvSpPr>
        <p:spPr>
          <a:xfrm>
            <a:off x="685800" y="3337560"/>
            <a:ext cx="1944563" cy="2423160"/>
          </a:xfrm>
          <a:prstGeom prst="rect">
            <a:avLst/>
          </a:prstGeom>
          <a:noFill/>
          <a:ln/>
        </p:spPr>
        <p:txBody>
          <a:bodyPr wrap="square" lIns="0" tIns="0" rIns="0" bIns="0" rtlCol="0" anchor="t"/>
          <a:lstStyle/>
          <a:p>
            <a:pPr algn="l" indent="0" marL="0">
              <a:buNone/>
            </a:pPr>
            <a:r>
              <a:rPr lang="en-US" sz="2000" dirty="0">
                <a:solidFill>
                  <a:schemeClr val="tx1"/>
                </a:solidFill>
                <a:latin typeface="Space Grotesk" pitchFamily="34" charset="0"/>
                <a:ea typeface="Space Grotesk" pitchFamily="34" charset="-122"/>
                <a:cs typeface="Space Grotesk" pitchFamily="34" charset="-120"/>
              </a:rPr>
              <a:t>The device creates a key pair for the site</a:t>
            </a:r>
            <a:endParaRPr lang="en-US" sz="2000" dirty="0"/>
          </a:p>
        </p:txBody>
      </p:sp>
      <p:sp>
        <p:nvSpPr>
          <p:cNvPr id="6" name="Text 2"/>
          <p:cNvSpPr/>
          <p:nvPr>
            <p:ph idx="106" type="body" hasCustomPrompt="1"/>
          </p:nvPr>
        </p:nvSpPr>
        <p:spPr>
          <a:xfrm>
            <a:off x="2904683" y="1920240"/>
            <a:ext cx="1944563" cy="365760"/>
          </a:xfrm>
          <a:prstGeom prst="rect">
            <a:avLst/>
          </a:prstGeom>
          <a:noFill/>
          <a:ln/>
        </p:spPr>
        <p:txBody>
          <a:bodyPr wrap="square" lIns="0" tIns="0" rIns="0" bIns="0" rtlCol="0" anchor="t"/>
          <a:lstStyle/>
          <a:p>
            <a:pPr algn="l" indent="0" marL="0">
              <a:buNone/>
            </a:pPr>
            <a:r>
              <a:rPr lang="en-US" sz="1600" b="1" dirty="0">
                <a:solidFill>
                  <a:schemeClr val="tx2"/>
                </a:solidFill>
                <a:latin typeface="IBM Plex Mono" pitchFamily="34" charset="0"/>
                <a:ea typeface="IBM Plex Mono" pitchFamily="34" charset="-122"/>
                <a:cs typeface="IBM Plex Mono" pitchFamily="34" charset="-120"/>
              </a:rPr>
              <a:t>02</a:t>
            </a:r>
            <a:endParaRPr lang="en-US" sz="1600" dirty="0"/>
          </a:p>
        </p:txBody>
      </p:sp>
      <p:sp>
        <p:nvSpPr>
          <p:cNvPr id="7" name="Text 2"/>
          <p:cNvSpPr/>
          <p:nvPr>
            <p:ph idx="107" type="body" hasCustomPrompt="1"/>
          </p:nvPr>
        </p:nvSpPr>
        <p:spPr>
          <a:xfrm>
            <a:off x="2904683" y="2377440"/>
            <a:ext cx="1944563" cy="868680"/>
          </a:xfrm>
          <a:prstGeom prst="rect">
            <a:avLst/>
          </a:prstGeom>
          <a:noFill/>
          <a:ln/>
        </p:spPr>
        <p:txBody>
          <a:bodyPr wrap="square" lIns="0" tIns="0" rIns="0" bIns="0" rtlCol="0" anchor="t"/>
          <a:lstStyle/>
          <a:p>
            <a:pPr algn="l" indent="0" marL="0">
              <a:buNone/>
            </a:pPr>
            <a:r>
              <a:rPr lang="en-US" sz="2400" b="1" dirty="0">
                <a:solidFill>
                  <a:schemeClr val="tx1"/>
                </a:solidFill>
                <a:latin typeface="Space Grotesk" pitchFamily="34" charset="0"/>
                <a:ea typeface="Space Grotesk" pitchFamily="34" charset="-122"/>
                <a:cs typeface="Space Grotesk" pitchFamily="34" charset="-120"/>
              </a:rPr>
              <a:t>Store</a:t>
            </a:r>
            <a:endParaRPr lang="en-US" sz="2400" dirty="0"/>
          </a:p>
        </p:txBody>
      </p:sp>
      <p:sp>
        <p:nvSpPr>
          <p:cNvPr id="8" name="Text 2"/>
          <p:cNvSpPr/>
          <p:nvPr>
            <p:ph idx="108" type="body" hasCustomPrompt="1"/>
          </p:nvPr>
        </p:nvSpPr>
        <p:spPr>
          <a:xfrm>
            <a:off x="2904683" y="3337560"/>
            <a:ext cx="1944563" cy="2423160"/>
          </a:xfrm>
          <a:prstGeom prst="rect">
            <a:avLst/>
          </a:prstGeom>
          <a:noFill/>
          <a:ln/>
        </p:spPr>
        <p:txBody>
          <a:bodyPr wrap="square" lIns="0" tIns="0" rIns="0" bIns="0" rtlCol="0" anchor="t"/>
          <a:lstStyle/>
          <a:p>
            <a:pPr algn="l" indent="0" marL="0">
              <a:buNone/>
            </a:pPr>
            <a:r>
              <a:rPr lang="en-US" sz="2000" dirty="0">
                <a:solidFill>
                  <a:schemeClr val="tx1"/>
                </a:solidFill>
                <a:latin typeface="Space Grotesk" pitchFamily="34" charset="0"/>
                <a:ea typeface="Space Grotesk" pitchFamily="34" charset="-122"/>
                <a:cs typeface="Space Grotesk" pitchFamily="34" charset="-120"/>
              </a:rPr>
              <a:t>The server keeps the public key</a:t>
            </a:r>
            <a:endParaRPr lang="en-US" sz="2000" dirty="0"/>
          </a:p>
        </p:txBody>
      </p:sp>
      <p:sp>
        <p:nvSpPr>
          <p:cNvPr id="9" name="Text 3"/>
          <p:cNvSpPr/>
          <p:nvPr>
            <p:ph idx="110" type="body" hasCustomPrompt="1"/>
          </p:nvPr>
        </p:nvSpPr>
        <p:spPr>
          <a:xfrm>
            <a:off x="5123566" y="1920240"/>
            <a:ext cx="1944563" cy="365760"/>
          </a:xfrm>
          <a:prstGeom prst="rect">
            <a:avLst/>
          </a:prstGeom>
          <a:noFill/>
          <a:ln/>
        </p:spPr>
        <p:txBody>
          <a:bodyPr wrap="square" lIns="0" tIns="0" rIns="0" bIns="0" rtlCol="0" anchor="t"/>
          <a:lstStyle/>
          <a:p>
            <a:pPr algn="l" indent="0" marL="0">
              <a:buNone/>
            </a:pPr>
            <a:r>
              <a:rPr lang="en-US" sz="1600" b="1" dirty="0">
                <a:solidFill>
                  <a:schemeClr val="tx2"/>
                </a:solidFill>
                <a:latin typeface="IBM Plex Mono" pitchFamily="34" charset="0"/>
                <a:ea typeface="IBM Plex Mono" pitchFamily="34" charset="-122"/>
                <a:cs typeface="IBM Plex Mono" pitchFamily="34" charset="-120"/>
              </a:rPr>
              <a:t>03</a:t>
            </a:r>
            <a:endParaRPr lang="en-US" sz="1600" dirty="0"/>
          </a:p>
        </p:txBody>
      </p:sp>
      <p:sp>
        <p:nvSpPr>
          <p:cNvPr id="10" name="Text 3"/>
          <p:cNvSpPr/>
          <p:nvPr>
            <p:ph idx="111" type="body" hasCustomPrompt="1"/>
          </p:nvPr>
        </p:nvSpPr>
        <p:spPr>
          <a:xfrm>
            <a:off x="5123566" y="2377440"/>
            <a:ext cx="1944563" cy="868680"/>
          </a:xfrm>
          <a:prstGeom prst="rect">
            <a:avLst/>
          </a:prstGeom>
          <a:noFill/>
          <a:ln/>
        </p:spPr>
        <p:txBody>
          <a:bodyPr wrap="square" lIns="0" tIns="0" rIns="0" bIns="0" rtlCol="0" anchor="t"/>
          <a:lstStyle/>
          <a:p>
            <a:pPr algn="l" indent="0" marL="0">
              <a:buNone/>
            </a:pPr>
            <a:r>
              <a:rPr lang="en-US" sz="2400" b="1" dirty="0">
                <a:solidFill>
                  <a:schemeClr val="tx1"/>
                </a:solidFill>
                <a:latin typeface="Space Grotesk" pitchFamily="34" charset="0"/>
                <a:ea typeface="Space Grotesk" pitchFamily="34" charset="-122"/>
                <a:cs typeface="Space Grotesk" pitchFamily="34" charset="-120"/>
              </a:rPr>
              <a:t>Challenge</a:t>
            </a:r>
            <a:endParaRPr lang="en-US" sz="2400" dirty="0"/>
          </a:p>
        </p:txBody>
      </p:sp>
      <p:sp>
        <p:nvSpPr>
          <p:cNvPr id="11" name="Text 3"/>
          <p:cNvSpPr/>
          <p:nvPr>
            <p:ph idx="112" type="body" hasCustomPrompt="1"/>
          </p:nvPr>
        </p:nvSpPr>
        <p:spPr>
          <a:xfrm>
            <a:off x="5123566" y="3337560"/>
            <a:ext cx="1944563" cy="2423160"/>
          </a:xfrm>
          <a:prstGeom prst="rect">
            <a:avLst/>
          </a:prstGeom>
          <a:noFill/>
          <a:ln/>
        </p:spPr>
        <p:txBody>
          <a:bodyPr wrap="square" lIns="0" tIns="0" rIns="0" bIns="0" rtlCol="0" anchor="t"/>
          <a:lstStyle/>
          <a:p>
            <a:pPr algn="l" indent="0" marL="0">
              <a:buNone/>
            </a:pPr>
            <a:r>
              <a:rPr lang="en-US" sz="2000" dirty="0">
                <a:solidFill>
                  <a:schemeClr val="tx1"/>
                </a:solidFill>
                <a:latin typeface="Space Grotesk" pitchFamily="34" charset="0"/>
                <a:ea typeface="Space Grotesk" pitchFamily="34" charset="-122"/>
                <a:cs typeface="Space Grotesk" pitchFamily="34" charset="-120"/>
              </a:rPr>
              <a:t>The server sends a random challenge</a:t>
            </a:r>
            <a:endParaRPr lang="en-US" sz="2000" dirty="0"/>
          </a:p>
        </p:txBody>
      </p:sp>
      <p:sp>
        <p:nvSpPr>
          <p:cNvPr id="12" name="Text 4"/>
          <p:cNvSpPr/>
          <p:nvPr>
            <p:ph idx="114" type="body" hasCustomPrompt="1"/>
          </p:nvPr>
        </p:nvSpPr>
        <p:spPr>
          <a:xfrm>
            <a:off x="7342449" y="1920240"/>
            <a:ext cx="1944563" cy="365760"/>
          </a:xfrm>
          <a:prstGeom prst="rect">
            <a:avLst/>
          </a:prstGeom>
          <a:noFill/>
          <a:ln/>
        </p:spPr>
        <p:txBody>
          <a:bodyPr wrap="square" lIns="0" tIns="0" rIns="0" bIns="0" rtlCol="0" anchor="t"/>
          <a:lstStyle/>
          <a:p>
            <a:pPr algn="l" indent="0" marL="0">
              <a:buNone/>
            </a:pPr>
            <a:r>
              <a:rPr lang="en-US" sz="1600" b="1" dirty="0">
                <a:solidFill>
                  <a:schemeClr val="tx2"/>
                </a:solidFill>
                <a:latin typeface="IBM Plex Mono" pitchFamily="34" charset="0"/>
                <a:ea typeface="IBM Plex Mono" pitchFamily="34" charset="-122"/>
                <a:cs typeface="IBM Plex Mono" pitchFamily="34" charset="-120"/>
              </a:rPr>
              <a:t>04</a:t>
            </a:r>
            <a:endParaRPr lang="en-US" sz="1600" dirty="0"/>
          </a:p>
        </p:txBody>
      </p:sp>
      <p:sp>
        <p:nvSpPr>
          <p:cNvPr id="13" name="Text 4"/>
          <p:cNvSpPr/>
          <p:nvPr>
            <p:ph idx="115" type="body" hasCustomPrompt="1"/>
          </p:nvPr>
        </p:nvSpPr>
        <p:spPr>
          <a:xfrm>
            <a:off x="7342449" y="2377440"/>
            <a:ext cx="1944563" cy="868680"/>
          </a:xfrm>
          <a:prstGeom prst="rect">
            <a:avLst/>
          </a:prstGeom>
          <a:noFill/>
          <a:ln/>
        </p:spPr>
        <p:txBody>
          <a:bodyPr wrap="square" lIns="0" tIns="0" rIns="0" bIns="0" rtlCol="0" anchor="t"/>
          <a:lstStyle/>
          <a:p>
            <a:pPr algn="l" indent="0" marL="0">
              <a:buNone/>
            </a:pPr>
            <a:r>
              <a:rPr lang="en-US" sz="2400" b="1" dirty="0">
                <a:solidFill>
                  <a:schemeClr val="tx1"/>
                </a:solidFill>
                <a:latin typeface="Space Grotesk" pitchFamily="34" charset="0"/>
                <a:ea typeface="Space Grotesk" pitchFamily="34" charset="-122"/>
                <a:cs typeface="Space Grotesk" pitchFamily="34" charset="-120"/>
              </a:rPr>
              <a:t>Sign</a:t>
            </a:r>
            <a:endParaRPr lang="en-US" sz="2400" dirty="0"/>
          </a:p>
        </p:txBody>
      </p:sp>
      <p:sp>
        <p:nvSpPr>
          <p:cNvPr id="14" name="Text 4"/>
          <p:cNvSpPr/>
          <p:nvPr>
            <p:ph idx="116" type="body" hasCustomPrompt="1"/>
          </p:nvPr>
        </p:nvSpPr>
        <p:spPr>
          <a:xfrm>
            <a:off x="7342449" y="3337560"/>
            <a:ext cx="1944563" cy="2423160"/>
          </a:xfrm>
          <a:prstGeom prst="rect">
            <a:avLst/>
          </a:prstGeom>
          <a:noFill/>
          <a:ln/>
        </p:spPr>
        <p:txBody>
          <a:bodyPr wrap="square" lIns="0" tIns="0" rIns="0" bIns="0" rtlCol="0" anchor="t"/>
          <a:lstStyle/>
          <a:p>
            <a:pPr algn="l" indent="0" marL="0">
              <a:buNone/>
            </a:pPr>
            <a:r>
              <a:rPr lang="en-US" sz="2000" dirty="0">
                <a:solidFill>
                  <a:schemeClr val="tx1"/>
                </a:solidFill>
                <a:latin typeface="Space Grotesk" pitchFamily="34" charset="0"/>
                <a:ea typeface="Space Grotesk" pitchFamily="34" charset="-122"/>
                <a:cs typeface="Space Grotesk" pitchFamily="34" charset="-120"/>
              </a:rPr>
              <a:t>The device signs it once the user unlocks it</a:t>
            </a:r>
            <a:endParaRPr lang="en-US" sz="2000" dirty="0"/>
          </a:p>
        </p:txBody>
      </p:sp>
      <p:sp>
        <p:nvSpPr>
          <p:cNvPr id="15" name="Text 5"/>
          <p:cNvSpPr/>
          <p:nvPr>
            <p:ph idx="118" type="body" hasCustomPrompt="1"/>
          </p:nvPr>
        </p:nvSpPr>
        <p:spPr>
          <a:xfrm>
            <a:off x="9561332" y="1920240"/>
            <a:ext cx="1944563" cy="365760"/>
          </a:xfrm>
          <a:prstGeom prst="rect">
            <a:avLst/>
          </a:prstGeom>
          <a:noFill/>
          <a:ln/>
        </p:spPr>
        <p:txBody>
          <a:bodyPr wrap="square" lIns="0" tIns="0" rIns="0" bIns="0" rtlCol="0" anchor="t"/>
          <a:lstStyle/>
          <a:p>
            <a:pPr algn="l" indent="0" marL="0">
              <a:buNone/>
            </a:pPr>
            <a:r>
              <a:rPr lang="en-US" sz="1600" b="1" dirty="0">
                <a:solidFill>
                  <a:schemeClr val="tx2"/>
                </a:solidFill>
                <a:latin typeface="IBM Plex Mono" pitchFamily="34" charset="0"/>
                <a:ea typeface="IBM Plex Mono" pitchFamily="34" charset="-122"/>
                <a:cs typeface="IBM Plex Mono" pitchFamily="34" charset="-120"/>
              </a:rPr>
              <a:t>05</a:t>
            </a:r>
            <a:endParaRPr lang="en-US" sz="1600" dirty="0"/>
          </a:p>
        </p:txBody>
      </p:sp>
      <p:sp>
        <p:nvSpPr>
          <p:cNvPr id="16" name="Text 5"/>
          <p:cNvSpPr/>
          <p:nvPr>
            <p:ph idx="119" type="body" hasCustomPrompt="1"/>
          </p:nvPr>
        </p:nvSpPr>
        <p:spPr>
          <a:xfrm>
            <a:off x="9561332" y="2377440"/>
            <a:ext cx="1944563" cy="868680"/>
          </a:xfrm>
          <a:prstGeom prst="rect">
            <a:avLst/>
          </a:prstGeom>
          <a:noFill/>
          <a:ln/>
        </p:spPr>
        <p:txBody>
          <a:bodyPr wrap="square" lIns="0" tIns="0" rIns="0" bIns="0" rtlCol="0" anchor="t"/>
          <a:lstStyle/>
          <a:p>
            <a:pPr algn="l" indent="0" marL="0">
              <a:buNone/>
            </a:pPr>
            <a:r>
              <a:rPr lang="en-US" sz="2400" b="1" dirty="0">
                <a:solidFill>
                  <a:schemeClr val="tx1"/>
                </a:solidFill>
                <a:latin typeface="Space Grotesk" pitchFamily="34" charset="0"/>
                <a:ea typeface="Space Grotesk" pitchFamily="34" charset="-122"/>
                <a:cs typeface="Space Grotesk" pitchFamily="34" charset="-120"/>
              </a:rPr>
              <a:t>Verify</a:t>
            </a:r>
            <a:endParaRPr lang="en-US" sz="2400" dirty="0"/>
          </a:p>
        </p:txBody>
      </p:sp>
      <p:sp>
        <p:nvSpPr>
          <p:cNvPr id="17" name="Text 5"/>
          <p:cNvSpPr/>
          <p:nvPr>
            <p:ph idx="120" type="body" hasCustomPrompt="1"/>
          </p:nvPr>
        </p:nvSpPr>
        <p:spPr>
          <a:xfrm>
            <a:off x="9561332" y="3337560"/>
            <a:ext cx="1944563" cy="2423160"/>
          </a:xfrm>
          <a:prstGeom prst="rect">
            <a:avLst/>
          </a:prstGeom>
          <a:noFill/>
          <a:ln/>
        </p:spPr>
        <p:txBody>
          <a:bodyPr wrap="square" lIns="0" tIns="0" rIns="0" bIns="0" rtlCol="0" anchor="t"/>
          <a:lstStyle/>
          <a:p>
            <a:pPr algn="l" indent="0" marL="0">
              <a:buNone/>
            </a:pPr>
            <a:r>
              <a:rPr lang="en-US" sz="2000" dirty="0">
                <a:solidFill>
                  <a:schemeClr val="tx1"/>
                </a:solidFill>
                <a:latin typeface="Space Grotesk" pitchFamily="34" charset="0"/>
                <a:ea typeface="Space Grotesk" pitchFamily="34" charset="-122"/>
                <a:cs typeface="Space Grotesk" pitchFamily="34" charset="-120"/>
              </a:rPr>
              <a:t>The server checks the signature</a:t>
            </a:r>
            <a:endParaRPr lang="en-US" sz="2000" dirty="0"/>
          </a:p>
        </p:txBody>
      </p:sp>
      <p:sp>
        <p:nvSpPr>
          <p:cNvPr id="25" name="Slide Number Placeholder 0"/>
          <p:cNvSpPr>
            <a:spLocks noGrp="1"/>
          </p:cNvSpPr>
          <p:nvPr>
            <p:ph type="sldNum" sz="quarter" idx="4294967295"/>
          </p:nvPr>
        </p:nvSpPr>
        <p:spPr>
          <a:xfrm>
            <a:off x="10591495" y="6126480"/>
            <a:ext cx="91440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E5B56"/>
                </a:solidFill>
                <a:latin typeface="IBM Plex Mono"/>
                <a:ea typeface="IBM Plex Mono"/>
                <a:cs typeface="IBM Plex Mono"/>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body" hasCustomPrompt="1"/>
          </p:nvPr>
        </p:nvSpPr>
        <p:spPr>
          <a:xfrm>
            <a:off x="685800" y="1188720"/>
            <a:ext cx="9875520" cy="3108960"/>
          </a:xfrm>
          <a:prstGeom prst="rect">
            <a:avLst/>
          </a:prstGeom>
          <a:noFill/>
          <a:ln/>
        </p:spPr>
        <p:txBody>
          <a:bodyPr wrap="square" lIns="0" tIns="0" rIns="0" bIns="0" rtlCol="0" anchor="b"/>
          <a:lstStyle/>
          <a:p>
            <a:pPr algn="l" indent="0" marL="0">
              <a:buNone/>
            </a:pPr>
            <a:r>
              <a:rPr lang="en-US" sz="4000" dirty="0">
                <a:solidFill>
                  <a:schemeClr val="tx1"/>
                </a:solidFill>
                <a:latin typeface="Space Grotesk" pitchFamily="34" charset="0"/>
                <a:ea typeface="Space Grotesk" pitchFamily="34" charset="-122"/>
                <a:cs typeface="Space Grotesk" pitchFamily="34" charset="-120"/>
              </a:rPr>
              <a:t>[A sentence worth quoting, from someone who said it.]</a:t>
            </a:r>
            <a:endParaRPr lang="en-US" sz="4000" dirty="0"/>
          </a:p>
        </p:txBody>
      </p:sp>
      <p:sp>
        <p:nvSpPr>
          <p:cNvPr id="3" name="Text 1"/>
          <p:cNvSpPr/>
          <p:nvPr>
            <p:ph idx="102" type="body" hasCustomPrompt="1"/>
          </p:nvPr>
        </p:nvSpPr>
        <p:spPr>
          <a:xfrm>
            <a:off x="685800" y="4754880"/>
            <a:ext cx="9875520" cy="457200"/>
          </a:xfrm>
          <a:prstGeom prst="rect">
            <a:avLst/>
          </a:prstGeom>
          <a:noFill/>
          <a:ln/>
        </p:spPr>
        <p:txBody>
          <a:bodyPr wrap="square" lIns="0" tIns="0" rIns="0" bIns="0" rtlCol="0" anchor="t"/>
          <a:lstStyle/>
          <a:p>
            <a:pPr algn="l" indent="0" marL="0">
              <a:buNone/>
            </a:pPr>
            <a:r>
              <a:rPr lang="en-US" sz="1800" dirty="0">
                <a:solidFill>
                  <a:schemeClr val="tx2"/>
                </a:solidFill>
                <a:latin typeface="IBM Plex Mono" pitchFamily="34" charset="0"/>
                <a:ea typeface="IBM Plex Mono" pitchFamily="34" charset="-122"/>
                <a:cs typeface="IBM Plex Mono" pitchFamily="34" charset="-120"/>
              </a:rPr>
              <a:t>[Name], [role]</a:t>
            </a:r>
            <a:endParaRPr lang="en-US" sz="1800" dirty="0"/>
          </a:p>
        </p:txBody>
      </p:sp>
      <p:sp>
        <p:nvSpPr>
          <p:cNvPr id="25" name="Slide Number Placeholder 0"/>
          <p:cNvSpPr>
            <a:spLocks noGrp="1"/>
          </p:cNvSpPr>
          <p:nvPr>
            <p:ph type="sldNum" sz="quarter" idx="4294967295"/>
          </p:nvPr>
        </p:nvSpPr>
        <p:spPr>
          <a:xfrm>
            <a:off x="10591495" y="6126480"/>
            <a:ext cx="91440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E5B56"/>
                </a:solidFill>
                <a:latin typeface="IBM Plex Mono"/>
                <a:ea typeface="IBM Plex Mono"/>
                <a:cs typeface="IBM Plex Mono"/>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685800" y="1463040"/>
            <a:ext cx="10515600" cy="2743200"/>
          </a:xfrm>
          <a:prstGeom prst="rect">
            <a:avLst/>
          </a:prstGeom>
          <a:noFill/>
          <a:ln/>
        </p:spPr>
        <p:txBody>
          <a:bodyPr wrap="square" lIns="0" tIns="0" rIns="0" bIns="0" rtlCol="0" anchor="b"/>
          <a:lstStyle/>
          <a:p>
            <a:pPr algn="l" indent="0" marL="0">
              <a:buNone/>
            </a:pPr>
            <a:r>
              <a:rPr lang="en-US" sz="6000" b="1" dirty="0">
                <a:solidFill>
                  <a:schemeClr val="bg1"/>
                </a:solidFill>
                <a:latin typeface="Space Grotesk" pitchFamily="34" charset="0"/>
                <a:ea typeface="Space Grotesk" pitchFamily="34" charset="-122"/>
                <a:cs typeface="Space Grotesk" pitchFamily="34" charset="-120"/>
              </a:rPr>
              <a:t>Passwords are the weak link.</a:t>
            </a:r>
            <a:endParaRPr lang="en-US" sz="6000" dirty="0"/>
          </a:p>
        </p:txBody>
      </p:sp>
      <p:sp>
        <p:nvSpPr>
          <p:cNvPr id="25" name="Slide Number Placeholder 0"/>
          <p:cNvSpPr>
            <a:spLocks noGrp="1"/>
          </p:cNvSpPr>
          <p:nvPr>
            <p:ph type="sldNum" sz="quarter" idx="4294967295"/>
          </p:nvPr>
        </p:nvSpPr>
        <p:spPr>
          <a:xfrm>
            <a:off x="10591495" y="6126480"/>
            <a:ext cx="91440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B3AEA6"/>
                </a:solidFill>
                <a:latin typeface="IBM Plex Mono"/>
                <a:ea typeface="IBM Plex Mono"/>
                <a:cs typeface="IBM Plex Mono"/>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685800" y="548640"/>
            <a:ext cx="10789920" cy="822960"/>
          </a:xfrm>
          <a:prstGeom prst="rect">
            <a:avLst/>
          </a:prstGeom>
          <a:noFill/>
          <a:ln/>
        </p:spPr>
        <p:txBody>
          <a:bodyPr wrap="square" lIns="0" tIns="0" rIns="0" bIns="0" rtlCol="0" anchor="t"/>
          <a:lstStyle/>
          <a:p>
            <a:pPr algn="l" indent="0" marL="0">
              <a:buNone/>
            </a:pPr>
            <a:r>
              <a:rPr lang="en-US" sz="4000" b="1" dirty="0">
                <a:solidFill>
                  <a:schemeClr val="bg1"/>
                </a:solidFill>
                <a:latin typeface="Space Grotesk" pitchFamily="34" charset="0"/>
                <a:ea typeface="Space Grotesk" pitchFamily="34" charset="-122"/>
                <a:cs typeface="Space Grotesk" pitchFamily="34" charset="-120"/>
              </a:rPr>
              <a:t>What passkeys change</a:t>
            </a:r>
            <a:endParaRPr lang="en-US" sz="4000" dirty="0"/>
          </a:p>
        </p:txBody>
      </p:sp>
      <p:sp>
        <p:nvSpPr>
          <p:cNvPr id="3" name="Text 0"/>
          <p:cNvSpPr/>
          <p:nvPr>
            <p:ph idx="101" type="body" hasCustomPrompt="1"/>
          </p:nvPr>
        </p:nvSpPr>
        <p:spPr>
          <a:xfrm>
            <a:off x="685800" y="1691640"/>
            <a:ext cx="10820095" cy="4069080"/>
          </a:xfrm>
          <a:prstGeom prst="rect">
            <a:avLst/>
          </a:prstGeom>
          <a:noFill/>
          <a:ln/>
        </p:spPr>
        <p:txBody>
          <a:bodyPr wrap="square" lIns="0" tIns="0" rIns="0" bIns="0" rtlCol="0" anchor="t"/>
          <a:lstStyle/>
          <a:p>
            <a:pPr algn="l" marL="304800" indent="-304800">
              <a:spcAft>
                <a:spcPts val="1000"/>
              </a:spcAft>
              <a:buSzPct val="100000"/>
              <a:buChar char="•"/>
            </a:pPr>
            <a:r>
              <a:rPr lang="en-US" sz="2800" dirty="0">
                <a:solidFill>
                  <a:schemeClr val="bg1"/>
                </a:solidFill>
                <a:latin typeface="Space Grotesk" pitchFamily="34" charset="0"/>
                <a:ea typeface="Space Grotesk" pitchFamily="34" charset="-122"/>
                <a:cs typeface="Space Grotesk" pitchFamily="34" charset="-120"/>
              </a:rPr>
              <a:t>Resistant to phishing</a:t>
            </a:r>
            <a:endParaRPr lang="en-US" sz="2800" dirty="0"/>
          </a:p>
          <a:p>
            <a:pPr algn="l" marL="304800" indent="-304800">
              <a:spcAft>
                <a:spcPts val="1000"/>
              </a:spcAft>
              <a:buSzPct val="100000"/>
              <a:buChar char="•"/>
            </a:pPr>
            <a:r>
              <a:rPr lang="en-US" sz="2800" dirty="0">
                <a:solidFill>
                  <a:schemeClr val="bg1"/>
                </a:solidFill>
                <a:latin typeface="Space Grotesk" pitchFamily="34" charset="0"/>
                <a:ea typeface="Space Grotesk" pitchFamily="34" charset="-122"/>
                <a:cs typeface="Space Grotesk" pitchFamily="34" charset="-120"/>
              </a:rPr>
              <a:t>No shared secret on the server</a:t>
            </a:r>
            <a:endParaRPr lang="en-US" sz="2800" dirty="0"/>
          </a:p>
          <a:p>
            <a:pPr algn="l" marL="304800" indent="-304800">
              <a:spcAft>
                <a:spcPts val="1000"/>
              </a:spcAft>
              <a:buSzPct val="100000"/>
              <a:buChar char="•"/>
            </a:pPr>
            <a:r>
              <a:rPr lang="en-US" sz="2800" dirty="0">
                <a:solidFill>
                  <a:schemeClr val="bg1"/>
                </a:solidFill>
                <a:latin typeface="Space Grotesk" pitchFamily="34" charset="0"/>
                <a:ea typeface="Space Grotesk" pitchFamily="34" charset="-122"/>
                <a:cs typeface="Space Grotesk" pitchFamily="34" charset="-120"/>
              </a:rPr>
              <a:t>Nothing for the user to remember</a:t>
            </a:r>
            <a:endParaRPr lang="en-US" sz="2800" dirty="0"/>
          </a:p>
        </p:txBody>
      </p:sp>
      <p:sp>
        <p:nvSpPr>
          <p:cNvPr id="25" name="Slide Number Placeholder 0"/>
          <p:cNvSpPr>
            <a:spLocks noGrp="1"/>
          </p:cNvSpPr>
          <p:nvPr>
            <p:ph type="sldNum" sz="quarter" idx="4294967295"/>
          </p:nvPr>
        </p:nvSpPr>
        <p:spPr>
          <a:xfrm>
            <a:off x="10591495" y="6126480"/>
            <a:ext cx="91440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B3AEA6"/>
                </a:solidFill>
                <a:latin typeface="IBM Plex Mono"/>
                <a:ea typeface="IBM Plex Mono"/>
                <a:cs typeface="IBM Plex Mono"/>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685800" y="548640"/>
            <a:ext cx="10789920" cy="822960"/>
          </a:xfrm>
          <a:prstGeom prst="rect">
            <a:avLst/>
          </a:prstGeom>
          <a:noFill/>
          <a:ln/>
        </p:spPr>
        <p:txBody>
          <a:bodyPr wrap="square" lIns="0" tIns="0" rIns="0" bIns="0" rtlCol="0" anchor="t"/>
          <a:lstStyle/>
          <a:p>
            <a:pPr algn="l" indent="0" marL="0">
              <a:buNone/>
            </a:pPr>
            <a:r>
              <a:rPr lang="en-US" sz="4000" b="1" dirty="0">
                <a:solidFill>
                  <a:schemeClr val="bg1"/>
                </a:solidFill>
                <a:latin typeface="Space Grotesk" pitchFamily="34" charset="0"/>
                <a:ea typeface="Space Grotesk" pitchFamily="34" charset="-122"/>
                <a:cs typeface="Space Grotesk" pitchFamily="34" charset="-120"/>
              </a:rPr>
              <a:t>Two ways to sign in</a:t>
            </a:r>
            <a:endParaRPr lang="en-US" sz="4000" dirty="0"/>
          </a:p>
        </p:txBody>
      </p:sp>
      <p:sp>
        <p:nvSpPr>
          <p:cNvPr id="3" name="Text 0"/>
          <p:cNvSpPr/>
          <p:nvPr>
            <p:ph idx="101" type="body" hasCustomPrompt="1"/>
          </p:nvPr>
        </p:nvSpPr>
        <p:spPr>
          <a:xfrm>
            <a:off x="685800" y="1691640"/>
            <a:ext cx="5158588" cy="4069080"/>
          </a:xfrm>
          <a:prstGeom prst="rect">
            <a:avLst/>
          </a:prstGeom>
          <a:noFill/>
          <a:ln/>
        </p:spPr>
        <p:txBody>
          <a:bodyPr wrap="square" lIns="0" tIns="0" rIns="0" bIns="0" rtlCol="0" anchor="t"/>
          <a:lstStyle/>
          <a:p>
            <a:pPr algn="l" marL="304800" indent="-304800">
              <a:spcAft>
                <a:spcPts val="1000"/>
              </a:spcAft>
              <a:buSzPct val="100000"/>
              <a:buChar char="•"/>
            </a:pPr>
            <a:r>
              <a:rPr lang="en-US" sz="2400" dirty="0">
                <a:solidFill>
                  <a:schemeClr val="bg1"/>
                </a:solidFill>
                <a:latin typeface="Space Grotesk" pitchFamily="34" charset="0"/>
                <a:ea typeface="Space Grotesk" pitchFamily="34" charset="-122"/>
                <a:cs typeface="Space Grotesk" pitchFamily="34" charset="-120"/>
              </a:rPr>
              <a:t>A passkey on the device</a:t>
            </a:r>
            <a:endParaRPr lang="en-US" sz="2400" dirty="0"/>
          </a:p>
          <a:p>
            <a:pPr algn="l" marL="304800" indent="-304800">
              <a:spcAft>
                <a:spcPts val="1000"/>
              </a:spcAft>
              <a:buSzPct val="100000"/>
              <a:buChar char="•"/>
            </a:pPr>
            <a:r>
              <a:rPr lang="en-US" sz="2400" dirty="0">
                <a:solidFill>
                  <a:schemeClr val="bg1"/>
                </a:solidFill>
                <a:latin typeface="Space Grotesk" pitchFamily="34" charset="0"/>
                <a:ea typeface="Space Grotesk" pitchFamily="34" charset="-122"/>
                <a:cs typeface="Space Grotesk" pitchFamily="34" charset="-120"/>
              </a:rPr>
              <a:t>Nothing typed</a:t>
            </a:r>
            <a:endParaRPr lang="en-US" sz="2400" dirty="0"/>
          </a:p>
        </p:txBody>
      </p:sp>
      <p:sp>
        <p:nvSpPr>
          <p:cNvPr id="4" name="Text 0"/>
          <p:cNvSpPr/>
          <p:nvPr>
            <p:ph idx="102" type="body" hasCustomPrompt="1"/>
          </p:nvPr>
        </p:nvSpPr>
        <p:spPr>
          <a:xfrm>
            <a:off x="6347308" y="1691640"/>
            <a:ext cx="5158588" cy="4069080"/>
          </a:xfrm>
          <a:prstGeom prst="rect">
            <a:avLst/>
          </a:prstGeom>
          <a:noFill/>
          <a:ln/>
        </p:spPr>
        <p:txBody>
          <a:bodyPr wrap="square" lIns="0" tIns="0" rIns="0" bIns="0" rtlCol="0" anchor="t"/>
          <a:lstStyle/>
          <a:p>
            <a:pPr algn="l" marL="304800" indent="-304800">
              <a:spcAft>
                <a:spcPts val="1000"/>
              </a:spcAft>
              <a:buSzPct val="100000"/>
              <a:buChar char="•"/>
            </a:pPr>
            <a:r>
              <a:rPr lang="en-US" sz="2400" dirty="0">
                <a:solidFill>
                  <a:schemeClr val="bg1"/>
                </a:solidFill>
                <a:latin typeface="Space Grotesk" pitchFamily="34" charset="0"/>
                <a:ea typeface="Space Grotesk" pitchFamily="34" charset="-122"/>
                <a:cs typeface="Space Grotesk" pitchFamily="34" charset="-120"/>
              </a:rPr>
              <a:t>A security key</a:t>
            </a:r>
            <a:endParaRPr lang="en-US" sz="2400" dirty="0"/>
          </a:p>
          <a:p>
            <a:pPr algn="l" marL="304800" indent="-304800">
              <a:spcAft>
                <a:spcPts val="1000"/>
              </a:spcAft>
              <a:buSzPct val="100000"/>
              <a:buChar char="•"/>
            </a:pPr>
            <a:r>
              <a:rPr lang="en-US" sz="2400" dirty="0">
                <a:solidFill>
                  <a:schemeClr val="bg1"/>
                </a:solidFill>
                <a:latin typeface="Space Grotesk" pitchFamily="34" charset="0"/>
                <a:ea typeface="Space Grotesk" pitchFamily="34" charset="-122"/>
                <a:cs typeface="Space Grotesk" pitchFamily="34" charset="-120"/>
              </a:rPr>
              <a:t>Works on any computer</a:t>
            </a:r>
            <a:endParaRPr lang="en-US" sz="2400" dirty="0"/>
          </a:p>
        </p:txBody>
      </p:sp>
      <p:sp>
        <p:nvSpPr>
          <p:cNvPr id="25" name="Slide Number Placeholder 0"/>
          <p:cNvSpPr>
            <a:spLocks noGrp="1"/>
          </p:cNvSpPr>
          <p:nvPr>
            <p:ph type="sldNum" sz="quarter" idx="4294967295"/>
          </p:nvPr>
        </p:nvSpPr>
        <p:spPr>
          <a:xfrm>
            <a:off x="10591495" y="6126480"/>
            <a:ext cx="91440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B3AEA6"/>
                </a:solidFill>
                <a:latin typeface="IBM Plex Mono"/>
                <a:ea typeface="IBM Plex Mono"/>
                <a:cs typeface="IBM Plex Mono"/>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685800" y="548640"/>
            <a:ext cx="10789920" cy="822960"/>
          </a:xfrm>
          <a:prstGeom prst="rect">
            <a:avLst/>
          </a:prstGeom>
          <a:noFill/>
          <a:ln/>
        </p:spPr>
        <p:txBody>
          <a:bodyPr wrap="square" lIns="0" tIns="0" rIns="0" bIns="0" rtlCol="0" anchor="t"/>
          <a:lstStyle/>
          <a:p>
            <a:pPr algn="l" indent="0" marL="0">
              <a:buNone/>
            </a:pPr>
            <a:r>
              <a:rPr lang="en-US" sz="4000" b="1" dirty="0">
                <a:solidFill>
                  <a:schemeClr val="bg1"/>
                </a:solidFill>
                <a:latin typeface="Space Grotesk" pitchFamily="34" charset="0"/>
                <a:ea typeface="Space Grotesk" pitchFamily="34" charset="-122"/>
                <a:cs typeface="Space Grotesk" pitchFamily="34" charset="-120"/>
              </a:rPr>
              <a:t>A diagram on a dark ground</a:t>
            </a:r>
            <a:endParaRPr lang="en-US" sz="4000" dirty="0"/>
          </a:p>
        </p:txBody>
      </p:sp>
      <p:sp>
        <p:nvSpPr>
          <p:cNvPr id="25" name="Slide Number Placeholder 0"/>
          <p:cNvSpPr>
            <a:spLocks noGrp="1"/>
          </p:cNvSpPr>
          <p:nvPr>
            <p:ph type="sldNum" sz="quarter" idx="4294967295"/>
          </p:nvPr>
        </p:nvSpPr>
        <p:spPr>
          <a:xfrm>
            <a:off x="10591495" y="6126480"/>
            <a:ext cx="91440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B3AEA6"/>
                </a:solidFill>
                <a:latin typeface="IBM Plex Mono"/>
                <a:ea typeface="IBM Plex Mono"/>
                <a:cs typeface="IBM Plex Mono"/>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1" type="title" hasCustomPrompt="1"/>
          </p:nvPr>
        </p:nvSpPr>
        <p:spPr>
          <a:xfrm>
            <a:off x="685800" y="3566160"/>
            <a:ext cx="10515600" cy="1097280"/>
          </a:xfrm>
          <a:prstGeom prst="rect">
            <a:avLst/>
          </a:prstGeom>
          <a:noFill/>
          <a:ln/>
        </p:spPr>
        <p:txBody>
          <a:bodyPr wrap="square" lIns="0" tIns="0" rIns="0" bIns="0" rtlCol="0" anchor="b"/>
          <a:lstStyle/>
          <a:p>
            <a:pPr algn="l" indent="0" marL="0">
              <a:buNone/>
            </a:pPr>
            <a:r>
              <a:rPr lang="en-US" sz="6000" b="1" dirty="0">
                <a:solidFill>
                  <a:schemeClr val="bg1"/>
                </a:solidFill>
                <a:latin typeface="Space Grotesk" pitchFamily="34" charset="0"/>
                <a:ea typeface="Space Grotesk" pitchFamily="34" charset="-122"/>
                <a:cs typeface="Space Grotesk" pitchFamily="34" charset="-120"/>
              </a:rPr>
              <a:t>Thank you</a:t>
            </a:r>
            <a:endParaRPr lang="en-US" sz="6000" dirty="0"/>
          </a:p>
        </p:txBody>
      </p:sp>
      <p:sp>
        <p:nvSpPr>
          <p:cNvPr id="3" name="Text 0"/>
          <p:cNvSpPr/>
          <p:nvPr>
            <p:ph idx="102" type="body" hasCustomPrompt="1"/>
          </p:nvPr>
        </p:nvSpPr>
        <p:spPr>
          <a:xfrm>
            <a:off x="685800" y="4846320"/>
            <a:ext cx="10515600" cy="457200"/>
          </a:xfrm>
          <a:prstGeom prst="rect">
            <a:avLst/>
          </a:prstGeom>
          <a:noFill/>
          <a:ln/>
        </p:spPr>
        <p:txBody>
          <a:bodyPr wrap="square" lIns="0" tIns="0" rIns="0" bIns="0" rtlCol="0" anchor="t"/>
          <a:lstStyle/>
          <a:p>
            <a:pPr algn="l" indent="0" marL="0">
              <a:buNone/>
            </a:pPr>
            <a:r>
              <a:rPr lang="en-US" sz="1800" dirty="0">
                <a:solidFill>
                  <a:srgbClr val="B3AEA6"/>
                </a:solidFill>
                <a:latin typeface="IBM Plex Mono" pitchFamily="34" charset="0"/>
                <a:ea typeface="IBM Plex Mono" pitchFamily="34" charset="-122"/>
                <a:cs typeface="IBM Plex Mono" pitchFamily="34" charset="-120"/>
              </a:rPr>
              <a:t>[slides link] · @spomky-labs</a:t>
            </a:r>
            <a:endParaRPr lang="en-US" sz="1800" dirty="0"/>
          </a:p>
        </p:txBody>
      </p:sp>
    </p:spTree>
  </p:cSld>
  <p:clrMapOvr>
    <a:masterClrMapping/>
  </p:clrMapOvr>
</p:sld>
</file>

<file path=ppt/theme/theme1.xml><?xml version="1.0" encoding="utf-8"?>
<a:theme xmlns:a="http://schemas.openxmlformats.org/drawingml/2006/main" name="Slabs">
  <a:themeElements>
    <a:clrScheme name="Slabs">
      <a:dk1>
        <a:srgbClr val="333334"/>
      </a:dk1>
      <a:lt1>
        <a:srgbClr val="F5F1E8"/>
      </a:lt1>
      <a:dk2>
        <a:srgbClr val="5E5B56"/>
      </a:dk2>
      <a:lt2>
        <a:srgbClr val="ECE7DD"/>
      </a:lt2>
      <a:accent1>
        <a:srgbClr val="ED6A20"/>
      </a:accent1>
      <a:accent2>
        <a:srgbClr val="333334"/>
      </a:accent2>
      <a:accent3>
        <a:srgbClr val="4A5D6E"/>
      </a:accent3>
      <a:accent4>
        <a:srgbClr val="3E7268"/>
      </a:accent4>
      <a:accent5>
        <a:srgbClr val="5E5B56"/>
      </a:accent5>
      <a:accent6>
        <a:srgbClr val="A6452C"/>
      </a:accent6>
      <a:hlink>
        <a:srgbClr val="333334"/>
      </a:hlink>
      <a:folHlink>
        <a:srgbClr val="333334"/>
      </a:folHlink>
    </a:clrScheme>
    <a:fontScheme name="Slabs">
      <a:majorFont>
        <a:latin typeface="Space Grotes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pace Grotesk"/>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33</Slides>
  <Notes>33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vector>
  </TitlesOfParts>
  <Company>Slabs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Slabs presentation template</dc:title>
  <dc:subject>PptxGenJS Presentation</dc:subject>
  <dc:creator>Slabs</dc:creator>
  <cp:lastModifiedBy>Slabs</cp:lastModifiedBy>
  <cp:revision>1</cp:revision>
  <dcterms:created xsi:type="dcterms:W3CDTF">2026-10-22T17:44:28Z</dcterms:created>
  <dcterms:modified xsi:type="dcterms:W3CDTF">2026-10-22T17:44:28Z</dcterms:modified>
</cp:coreProperties>
</file>